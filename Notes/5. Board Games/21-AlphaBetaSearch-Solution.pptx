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5"/>
  </p:notesMasterIdLst>
  <p:sldIdLst>
    <p:sldId id="280" r:id="rId3"/>
    <p:sldId id="282" r:id="rId4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21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6b66d80f-e52a-4eb8-b588-9059f489afa4" providerId="ADAL" clId="{B389D919-E656-440A-8C8D-8B2EF2AAEAF8}"/>
  </pc:docChgLst>
  <pc:docChgLst>
    <pc:chgData name="Oisin Cawley" userId="6b66d80f-e52a-4eb8-b588-9059f489afa4" providerId="ADAL" clId="{78C2456A-0E09-43EC-AF1A-27E7E89AD6FF}"/>
    <pc:docChg chg="addSld modSld sldOrd">
      <pc:chgData name="Oisin Cawley" userId="6b66d80f-e52a-4eb8-b588-9059f489afa4" providerId="ADAL" clId="{78C2456A-0E09-43EC-AF1A-27E7E89AD6FF}" dt="2024-11-14T10:40:10.181" v="1"/>
      <pc:docMkLst>
        <pc:docMk/>
      </pc:docMkLst>
      <pc:sldChg chg="add ord">
        <pc:chgData name="Oisin Cawley" userId="6b66d80f-e52a-4eb8-b588-9059f489afa4" providerId="ADAL" clId="{78C2456A-0E09-43EC-AF1A-27E7E89AD6FF}" dt="2024-11-14T10:40:10.181" v="1"/>
        <pc:sldMkLst>
          <pc:docMk/>
          <pc:sldMk cId="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Checkout: </a:t>
            </a:r>
          </a:p>
          <a:p>
            <a:r>
              <a:rPr lang="en-IE" dirty="0"/>
              <a:t>http://will.thimbleby.net/algorithms/doku.php?id=minimax_search_with_alpha-beta_pruning</a:t>
            </a:r>
          </a:p>
          <a:p>
            <a:r>
              <a:rPr lang="en-IE" dirty="0"/>
              <a:t>For an</a:t>
            </a:r>
            <a:r>
              <a:rPr lang="en-IE" baseline="0" dirty="0"/>
              <a:t> animated walk through.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58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2000" y="762000"/>
            <a:ext cx="7924800" cy="5324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35683FD9-A1E7-42C4-A9C9-79B5CF02C3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70A1BD3B-20E8-4AAA-822E-7850A6B226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99C514B6-AA41-437A-933B-035EDEDA63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  <p:sldLayoutId id="214748415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MiniMax</a:t>
            </a:r>
            <a:r>
              <a:rPr lang="en-GB" sz="28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 Algorithm with Alpha-Beta Pruning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507288" cy="5000625"/>
          </a:xfrm>
        </p:spPr>
        <p:txBody>
          <a:bodyPr/>
          <a:lstStyle/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function MINIMAX-AB(N, Depth, Alpha, Beta)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begin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leaf(N) or Depth = 0 then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Estimate(N)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N is a Min node then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For each successor Ni of N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Beta = min{Beta, MINIMAX-AB(Ni, Depth-1, Alpha, Beta)}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Alpha &gt;= Beta then 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Beta	//Prune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end for</a:t>
            </a:r>
          </a:p>
          <a:p>
            <a:pPr marL="1441450" indent="-541338"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return beta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GB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</a:t>
            </a: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else		//Max node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For each successor Ni of N</a:t>
            </a:r>
          </a:p>
          <a:p>
            <a:pPr marL="1441450" indent="-1081088"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Alpha = max{Alpha, MINIMAX-AB(Ni, Depth-1, Alpha, Beta)}</a:t>
            </a:r>
          </a:p>
          <a:p>
            <a:pPr marL="1441450" indent="-1081088"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if Alpha &gt;= Beta then </a:t>
            </a:r>
          </a:p>
          <a:p>
            <a:pPr marL="1441450" indent="-1081088"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Alpha		//Prune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end for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	return alpha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IE" sz="1600" dirty="0"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	end if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/>
          <p:cNvSpPr txBox="1">
            <a:spLocks noChangeArrowheads="1"/>
          </p:cNvSpPr>
          <p:nvPr/>
        </p:nvSpPr>
        <p:spPr bwMode="auto">
          <a:xfrm>
            <a:off x="457200" y="274638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Solution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377113" y="6242050"/>
            <a:ext cx="587375" cy="488950"/>
          </a:xfrm>
        </p:spPr>
        <p:txBody>
          <a:bodyPr/>
          <a:lstStyle/>
          <a:p>
            <a:fld id="{35683FD9-A1E7-42C4-A9C9-79B5CF02C3E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953" y="1824038"/>
            <a:ext cx="8000094" cy="3693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9317</TotalTime>
  <Words>179</Words>
  <Application>Microsoft Office PowerPoint</Application>
  <PresentationFormat>On-screen Show (4:3)</PresentationFormat>
  <Paragraphs>27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ＭＳ Ｐゴシック</vt:lpstr>
      <vt:lpstr>Arial</vt:lpstr>
      <vt:lpstr>Calibri</vt:lpstr>
      <vt:lpstr>Courier New</vt:lpstr>
      <vt:lpstr>Custom Design</vt:lpstr>
      <vt:lpstr>1_Custom Design</vt:lpstr>
      <vt:lpstr>MiniMax Algorithm with Alpha-Beta Pruning</vt:lpstr>
      <vt:lpstr>PowerPoint Presentation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962</cp:revision>
  <dcterms:created xsi:type="dcterms:W3CDTF">2007-05-08T17:20:09Z</dcterms:created>
  <dcterms:modified xsi:type="dcterms:W3CDTF">2024-11-14T10:50:37Z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