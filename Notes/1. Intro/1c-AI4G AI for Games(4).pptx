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 id="2147483869" r:id="rId2"/>
  </p:sldMasterIdLst>
  <p:notesMasterIdLst>
    <p:notesMasterId r:id="rId18"/>
  </p:notesMasterIdLst>
  <p:sldIdLst>
    <p:sldId id="258" r:id="rId3"/>
    <p:sldId id="259" r:id="rId4"/>
    <p:sldId id="260" r:id="rId5"/>
    <p:sldId id="276" r:id="rId6"/>
    <p:sldId id="261" r:id="rId7"/>
    <p:sldId id="262" r:id="rId8"/>
    <p:sldId id="277" r:id="rId9"/>
    <p:sldId id="263" r:id="rId10"/>
    <p:sldId id="264" r:id="rId11"/>
    <p:sldId id="265" r:id="rId12"/>
    <p:sldId id="266" r:id="rId13"/>
    <p:sldId id="270" r:id="rId14"/>
    <p:sldId id="273" r:id="rId15"/>
    <p:sldId id="274" r:id="rId16"/>
    <p:sldId id="275" r:id="rId17"/>
  </p:sldIdLst>
  <p:sldSz cx="9144000" cy="6858000" type="screen4x3"/>
  <p:notesSz cx="6884988" cy="10088563"/>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EA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571" autoAdjust="0"/>
  </p:normalViewPr>
  <p:slideViewPr>
    <p:cSldViewPr>
      <p:cViewPr varScale="1">
        <p:scale>
          <a:sx n="88" d="100"/>
          <a:sy n="88" d="100"/>
        </p:scale>
        <p:origin x="2196" y="7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isin Cawley" userId="c7ebb277-34aa-421f-b739-032ced270c1a" providerId="ADAL" clId="{79D44765-2FC1-44D9-BB8A-2374FF0AE3FB}"/>
  </pc:docChgLst>
  <pc:docChgLst>
    <pc:chgData name="Oisin Cawley" userId="6b66d80f-e52a-4eb8-b588-9059f489afa4" providerId="ADAL" clId="{105E02AC-350E-49EC-ABD9-987B61F3E1A4}"/>
    <pc:docChg chg="modSld">
      <pc:chgData name="Oisin Cawley" userId="6b66d80f-e52a-4eb8-b588-9059f489afa4" providerId="ADAL" clId="{105E02AC-350E-49EC-ABD9-987B61F3E1A4}" dt="2025-09-11T08:39:00.755" v="40" actId="20577"/>
      <pc:docMkLst>
        <pc:docMk/>
      </pc:docMkLst>
      <pc:sldChg chg="modSp">
        <pc:chgData name="Oisin Cawley" userId="6b66d80f-e52a-4eb8-b588-9059f489afa4" providerId="ADAL" clId="{105E02AC-350E-49EC-ABD9-987B61F3E1A4}" dt="2025-09-11T08:37:29.831" v="11" actId="20577"/>
        <pc:sldMkLst>
          <pc:docMk/>
          <pc:sldMk cId="304020556" sldId="259"/>
        </pc:sldMkLst>
        <pc:spChg chg="mod">
          <ac:chgData name="Oisin Cawley" userId="6b66d80f-e52a-4eb8-b588-9059f489afa4" providerId="ADAL" clId="{105E02AC-350E-49EC-ABD9-987B61F3E1A4}" dt="2025-09-11T08:37:29.831" v="11" actId="20577"/>
          <ac:spMkLst>
            <pc:docMk/>
            <pc:sldMk cId="304020556" sldId="259"/>
            <ac:spMk id="20483" creationId="{00000000-0000-0000-0000-000000000000}"/>
          </ac:spMkLst>
        </pc:spChg>
      </pc:sldChg>
      <pc:sldChg chg="modSp">
        <pc:chgData name="Oisin Cawley" userId="6b66d80f-e52a-4eb8-b588-9059f489afa4" providerId="ADAL" clId="{105E02AC-350E-49EC-ABD9-987B61F3E1A4}" dt="2025-09-11T08:39:00.755" v="40" actId="20577"/>
        <pc:sldMkLst>
          <pc:docMk/>
          <pc:sldMk cId="3562244105" sldId="276"/>
        </pc:sldMkLst>
        <pc:spChg chg="mod">
          <ac:chgData name="Oisin Cawley" userId="6b66d80f-e52a-4eb8-b588-9059f489afa4" providerId="ADAL" clId="{105E02AC-350E-49EC-ABD9-987B61F3E1A4}" dt="2025-09-11T08:39:00.755" v="40" actId="20577"/>
          <ac:spMkLst>
            <pc:docMk/>
            <pc:sldMk cId="3562244105" sldId="276"/>
            <ac:spMk id="20483" creationId="{00000000-0000-0000-0000-000000000000}"/>
          </ac:spMkLst>
        </pc:spChg>
      </pc:sldChg>
    </pc:docChg>
  </pc:docChgLst>
  <pc:docChgLst>
    <pc:chgData name="Oisin Cawley" userId="c7ebb277-34aa-421f-b739-032ced270c1a" providerId="ADAL" clId="{0FA982E7-F76D-4DF5-81C8-DAAD31AEDE50}"/>
  </pc:docChgLst>
  <pc:docChgLst>
    <pc:chgData name="Oisin Cawley" userId="c7ebb277-34aa-421f-b739-032ced270c1a" providerId="ADAL" clId="{0481A23E-A764-4EEA-8A87-18A7BC0048B8}"/>
  </pc:docChgLst>
  <pc:docChgLst>
    <pc:chgData name="Oisin Cawley" userId="6b66d80f-e52a-4eb8-b588-9059f489afa4" providerId="ADAL" clId="{E02466E6-8AA2-4869-987F-079DDCA6EBAA}"/>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84500" cy="504825"/>
          </a:xfrm>
          <a:prstGeom prst="rect">
            <a:avLst/>
          </a:prstGeom>
          <a:noFill/>
          <a:ln w="9525">
            <a:noFill/>
            <a:miter lim="800000"/>
            <a:headEnd/>
            <a:tailEnd/>
          </a:ln>
          <a:effectLst/>
        </p:spPr>
        <p:txBody>
          <a:bodyPr vert="horz" wrap="square" lIns="92802" tIns="46401" rIns="92802" bIns="46401" numCol="1" anchor="t" anchorCtr="0" compatLnSpc="1">
            <a:prstTxWarp prst="textNoShape">
              <a:avLst/>
            </a:prstTxWarp>
          </a:bodyPr>
          <a:lstStyle>
            <a:lvl1pPr>
              <a:defRPr sz="1200">
                <a:latin typeface="Arial" charset="0"/>
              </a:defRPr>
            </a:lvl1pPr>
          </a:lstStyle>
          <a:p>
            <a:pPr>
              <a:defRPr/>
            </a:pPr>
            <a:endParaRPr lang="en-US"/>
          </a:p>
        </p:txBody>
      </p:sp>
      <p:sp>
        <p:nvSpPr>
          <p:cNvPr id="6147" name="Rectangle 3"/>
          <p:cNvSpPr>
            <a:spLocks noGrp="1" noChangeArrowheads="1"/>
          </p:cNvSpPr>
          <p:nvPr>
            <p:ph type="dt" idx="1"/>
          </p:nvPr>
        </p:nvSpPr>
        <p:spPr bwMode="auto">
          <a:xfrm>
            <a:off x="3898900" y="0"/>
            <a:ext cx="2984500" cy="504825"/>
          </a:xfrm>
          <a:prstGeom prst="rect">
            <a:avLst/>
          </a:prstGeom>
          <a:noFill/>
          <a:ln w="9525">
            <a:noFill/>
            <a:miter lim="800000"/>
            <a:headEnd/>
            <a:tailEnd/>
          </a:ln>
          <a:effectLst/>
        </p:spPr>
        <p:txBody>
          <a:bodyPr vert="horz" wrap="square" lIns="92802" tIns="46401" rIns="92802" bIns="46401" numCol="1" anchor="t" anchorCtr="0" compatLnSpc="1">
            <a:prstTxWarp prst="textNoShape">
              <a:avLst/>
            </a:prstTxWarp>
          </a:bodyPr>
          <a:lstStyle>
            <a:lvl1pPr algn="r">
              <a:defRPr sz="1200">
                <a:latin typeface="Arial" charset="0"/>
              </a:defRPr>
            </a:lvl1pPr>
          </a:lstStyle>
          <a:p>
            <a:pPr>
              <a:defRPr/>
            </a:pPr>
            <a:endParaRPr lang="en-US"/>
          </a:p>
        </p:txBody>
      </p:sp>
      <p:sp>
        <p:nvSpPr>
          <p:cNvPr id="33796" name="Rectangle 4"/>
          <p:cNvSpPr>
            <a:spLocks noGrp="1" noRot="1" noChangeAspect="1" noChangeArrowheads="1" noTextEdit="1"/>
          </p:cNvSpPr>
          <p:nvPr>
            <p:ph type="sldImg" idx="2"/>
          </p:nvPr>
        </p:nvSpPr>
        <p:spPr bwMode="auto">
          <a:xfrm>
            <a:off x="922338" y="757238"/>
            <a:ext cx="5041900" cy="3783012"/>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687388" y="4792663"/>
            <a:ext cx="5510212" cy="4538662"/>
          </a:xfrm>
          <a:prstGeom prst="rect">
            <a:avLst/>
          </a:prstGeom>
          <a:noFill/>
          <a:ln w="9525">
            <a:noFill/>
            <a:miter lim="800000"/>
            <a:headEnd/>
            <a:tailEnd/>
          </a:ln>
          <a:effectLst/>
        </p:spPr>
        <p:txBody>
          <a:bodyPr vert="horz" wrap="square" lIns="92802" tIns="46401" rIns="92802" bIns="4640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9582150"/>
            <a:ext cx="2984500" cy="504825"/>
          </a:xfrm>
          <a:prstGeom prst="rect">
            <a:avLst/>
          </a:prstGeom>
          <a:noFill/>
          <a:ln w="9525">
            <a:noFill/>
            <a:miter lim="800000"/>
            <a:headEnd/>
            <a:tailEnd/>
          </a:ln>
          <a:effectLst/>
        </p:spPr>
        <p:txBody>
          <a:bodyPr vert="horz" wrap="square" lIns="92802" tIns="46401" rIns="92802" bIns="46401" numCol="1" anchor="b" anchorCtr="0" compatLnSpc="1">
            <a:prstTxWarp prst="textNoShape">
              <a:avLst/>
            </a:prstTxWarp>
          </a:bodyPr>
          <a:lstStyle>
            <a:lvl1pPr>
              <a:defRPr sz="1200">
                <a:latin typeface="Arial" charset="0"/>
              </a:defRPr>
            </a:lvl1pPr>
          </a:lstStyle>
          <a:p>
            <a:pPr>
              <a:defRPr/>
            </a:pPr>
            <a:endParaRPr lang="en-US"/>
          </a:p>
        </p:txBody>
      </p:sp>
      <p:sp>
        <p:nvSpPr>
          <p:cNvPr id="6151" name="Rectangle 7"/>
          <p:cNvSpPr>
            <a:spLocks noGrp="1" noChangeArrowheads="1"/>
          </p:cNvSpPr>
          <p:nvPr>
            <p:ph type="sldNum" sz="quarter" idx="5"/>
          </p:nvPr>
        </p:nvSpPr>
        <p:spPr bwMode="auto">
          <a:xfrm>
            <a:off x="3898900" y="9582150"/>
            <a:ext cx="2984500" cy="504825"/>
          </a:xfrm>
          <a:prstGeom prst="rect">
            <a:avLst/>
          </a:prstGeom>
          <a:noFill/>
          <a:ln w="9525">
            <a:noFill/>
            <a:miter lim="800000"/>
            <a:headEnd/>
            <a:tailEnd/>
          </a:ln>
          <a:effectLst/>
        </p:spPr>
        <p:txBody>
          <a:bodyPr vert="horz" wrap="square" lIns="92802" tIns="46401" rIns="92802" bIns="46401" numCol="1" anchor="b" anchorCtr="0" compatLnSpc="1">
            <a:prstTxWarp prst="textNoShape">
              <a:avLst/>
            </a:prstTxWarp>
          </a:bodyPr>
          <a:lstStyle>
            <a:lvl1pPr algn="r">
              <a:defRPr sz="1200">
                <a:latin typeface="Arial" charset="0"/>
              </a:defRPr>
            </a:lvl1pPr>
          </a:lstStyle>
          <a:p>
            <a:pPr>
              <a:defRPr/>
            </a:pPr>
            <a:fld id="{05ACD5CE-1CB6-4E94-A92C-124437B24A09}" type="slidenum">
              <a:rPr lang="en-US"/>
              <a:pPr>
                <a:defRPr/>
              </a:pPr>
              <a:t>‹#›</a:t>
            </a:fld>
            <a:endParaRPr lang="en-US"/>
          </a:p>
        </p:txBody>
      </p:sp>
    </p:spTree>
    <p:extLst>
      <p:ext uri="{BB962C8B-B14F-4D97-AF65-F5344CB8AC3E}">
        <p14:creationId xmlns:p14="http://schemas.microsoft.com/office/powerpoint/2010/main" val="26899546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6"/>
          <p:cNvSpPr>
            <a:spLocks noGrp="1" noChangeArrowheads="1"/>
          </p:cNvSpPr>
          <p:nvPr>
            <p:ph type="sldNum" sz="quarter"/>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a:lstStyle>
            <a:lvl1pPr eaLnBrk="0">
              <a:tabLst>
                <a:tab pos="723900" algn="l"/>
                <a:tab pos="1447800" algn="l"/>
                <a:tab pos="2171700" algn="l"/>
                <a:tab pos="2895600" algn="l"/>
              </a:tabLst>
              <a:defRPr sz="2400">
                <a:solidFill>
                  <a:schemeClr val="tx1"/>
                </a:solidFill>
                <a:latin typeface="Arial" charset="0"/>
                <a:ea typeface="ＭＳ Ｐゴシック" charset="0"/>
                <a:cs typeface="ＭＳ Ｐゴシック" charset="0"/>
              </a:defRPr>
            </a:lvl1pPr>
            <a:lvl2pPr marL="37931725" indent="-37474525" eaLnBrk="0">
              <a:tabLst>
                <a:tab pos="723900" algn="l"/>
                <a:tab pos="1447800" algn="l"/>
                <a:tab pos="2171700" algn="l"/>
                <a:tab pos="2895600" algn="l"/>
              </a:tabLst>
              <a:defRPr sz="2400">
                <a:solidFill>
                  <a:schemeClr val="tx1"/>
                </a:solidFill>
                <a:latin typeface="Arial" charset="0"/>
                <a:ea typeface="ＭＳ Ｐゴシック" charset="0"/>
              </a:defRPr>
            </a:lvl2pPr>
            <a:lvl3pPr eaLnBrk="0">
              <a:tabLst>
                <a:tab pos="723900" algn="l"/>
                <a:tab pos="1447800" algn="l"/>
                <a:tab pos="2171700" algn="l"/>
                <a:tab pos="2895600" algn="l"/>
              </a:tabLst>
              <a:defRPr sz="2400">
                <a:solidFill>
                  <a:schemeClr val="tx1"/>
                </a:solidFill>
                <a:latin typeface="Arial" charset="0"/>
                <a:ea typeface="ＭＳ Ｐゴシック" charset="0"/>
              </a:defRPr>
            </a:lvl3pPr>
            <a:lvl4pPr eaLnBrk="0">
              <a:tabLst>
                <a:tab pos="723900" algn="l"/>
                <a:tab pos="1447800" algn="l"/>
                <a:tab pos="2171700" algn="l"/>
                <a:tab pos="2895600" algn="l"/>
              </a:tabLst>
              <a:defRPr sz="2400">
                <a:solidFill>
                  <a:schemeClr val="tx1"/>
                </a:solidFill>
                <a:latin typeface="Arial" charset="0"/>
                <a:ea typeface="ＭＳ Ｐゴシック" charset="0"/>
              </a:defRPr>
            </a:lvl4pPr>
            <a:lvl5pPr eaLnBrk="0">
              <a:tabLst>
                <a:tab pos="723900" algn="l"/>
                <a:tab pos="1447800" algn="l"/>
                <a:tab pos="2171700" algn="l"/>
                <a:tab pos="2895600" algn="l"/>
              </a:tabLst>
              <a:defRPr sz="2400">
                <a:solidFill>
                  <a:schemeClr val="tx1"/>
                </a:solidFill>
                <a:latin typeface="Arial" charset="0"/>
                <a:ea typeface="ＭＳ Ｐゴシック" charset="0"/>
              </a:defRPr>
            </a:lvl5pPr>
            <a:lvl6pPr marL="4572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6pPr>
            <a:lvl7pPr marL="9144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7pPr>
            <a:lvl8pPr marL="13716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8pPr>
            <a:lvl9pPr marL="18288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9pPr>
          </a:lstStyle>
          <a:p>
            <a:pPr eaLnBrk="1"/>
            <a:fld id="{6C21327B-E740-3C48-8E47-9C13C9DC80D2}" type="slidenum">
              <a:rPr lang="en-IE" sz="1400">
                <a:solidFill>
                  <a:srgbClr val="000000"/>
                </a:solidFill>
                <a:latin typeface="Times New Roman" charset="0"/>
                <a:cs typeface="Arial Unicode MS" charset="0"/>
              </a:rPr>
              <a:pPr eaLnBrk="1"/>
              <a:t>2</a:t>
            </a:fld>
            <a:endParaRPr lang="en-IE" sz="1400">
              <a:solidFill>
                <a:srgbClr val="000000"/>
              </a:solidFill>
              <a:latin typeface="Times New Roman" charset="0"/>
              <a:cs typeface="Arial Unicode MS" charset="0"/>
            </a:endParaRPr>
          </a:p>
        </p:txBody>
      </p:sp>
      <p:sp>
        <p:nvSpPr>
          <p:cNvPr id="21507" name="Text Box 1"/>
          <p:cNvSpPr txBox="1">
            <a:spLocks noGrp="1" noRot="1" noChangeAspect="1" noChangeArrowheads="1"/>
          </p:cNvSpPr>
          <p:nvPr>
            <p:ph type="sldImg"/>
          </p:nvPr>
        </p:nvSpPr>
        <p:spPr>
          <a:xfrm>
            <a:off x="1106488" y="812800"/>
            <a:ext cx="5345112" cy="4008438"/>
          </a:xfrm>
          <a:solidFill>
            <a:srgbClr val="FFFFFF"/>
          </a:solidFill>
          <a:ln>
            <a:solidFill>
              <a:srgbClr val="000000"/>
            </a:solidFill>
            <a:miter lim="800000"/>
            <a:headEnd/>
            <a:tailEnd/>
          </a:ln>
        </p:spPr>
      </p:sp>
      <p:sp>
        <p:nvSpPr>
          <p:cNvPr id="21508" name="Text Box 2"/>
          <p:cNvSpPr txBox="1">
            <a:spLocks noGrp="1" noChangeArrowheads="1"/>
          </p:cNvSpPr>
          <p:nvPr>
            <p:ph type="body" idx="1"/>
          </p:nvPr>
        </p:nvSpPr>
        <p:spPr>
          <a:xfrm>
            <a:off x="755650" y="5078413"/>
            <a:ext cx="6048375" cy="4811712"/>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FAA26D3D-D897-4be2-8F04-BA451C77F1D7}">
              <ma14:placeholderFlag xmlns:ma14="http://schemas.microsoft.com/office/mac/drawingml/2011/main" xmlns="" val="1"/>
            </a:ext>
          </a:extLst>
        </p:spPr>
        <p:txBody>
          <a:bodyPr wrap="none" anchor="ctr"/>
          <a:lstStyle/>
          <a:p>
            <a:endParaRPr lang="en-US">
              <a:latin typeface="Times New Roman" charset="0"/>
            </a:endParaRPr>
          </a:p>
        </p:txBody>
      </p:sp>
    </p:spTree>
    <p:extLst>
      <p:ext uri="{BB962C8B-B14F-4D97-AF65-F5344CB8AC3E}">
        <p14:creationId xmlns:p14="http://schemas.microsoft.com/office/powerpoint/2010/main" val="6811012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6"/>
          <p:cNvSpPr>
            <a:spLocks noGrp="1" noChangeArrowheads="1"/>
          </p:cNvSpPr>
          <p:nvPr>
            <p:ph type="sldNum" sz="quarter"/>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a:lstStyle>
            <a:lvl1pPr eaLnBrk="0">
              <a:tabLst>
                <a:tab pos="723900" algn="l"/>
                <a:tab pos="1447800" algn="l"/>
                <a:tab pos="2171700" algn="l"/>
                <a:tab pos="2895600" algn="l"/>
              </a:tabLst>
              <a:defRPr sz="2400">
                <a:solidFill>
                  <a:schemeClr val="tx1"/>
                </a:solidFill>
                <a:latin typeface="Arial" charset="0"/>
                <a:ea typeface="ＭＳ Ｐゴシック" charset="0"/>
                <a:cs typeface="ＭＳ Ｐゴシック" charset="0"/>
              </a:defRPr>
            </a:lvl1pPr>
            <a:lvl2pPr marL="37931725" indent="-37474525" eaLnBrk="0">
              <a:tabLst>
                <a:tab pos="723900" algn="l"/>
                <a:tab pos="1447800" algn="l"/>
                <a:tab pos="2171700" algn="l"/>
                <a:tab pos="2895600" algn="l"/>
              </a:tabLst>
              <a:defRPr sz="2400">
                <a:solidFill>
                  <a:schemeClr val="tx1"/>
                </a:solidFill>
                <a:latin typeface="Arial" charset="0"/>
                <a:ea typeface="ＭＳ Ｐゴシック" charset="0"/>
              </a:defRPr>
            </a:lvl2pPr>
            <a:lvl3pPr eaLnBrk="0">
              <a:tabLst>
                <a:tab pos="723900" algn="l"/>
                <a:tab pos="1447800" algn="l"/>
                <a:tab pos="2171700" algn="l"/>
                <a:tab pos="2895600" algn="l"/>
              </a:tabLst>
              <a:defRPr sz="2400">
                <a:solidFill>
                  <a:schemeClr val="tx1"/>
                </a:solidFill>
                <a:latin typeface="Arial" charset="0"/>
                <a:ea typeface="ＭＳ Ｐゴシック" charset="0"/>
              </a:defRPr>
            </a:lvl3pPr>
            <a:lvl4pPr eaLnBrk="0">
              <a:tabLst>
                <a:tab pos="723900" algn="l"/>
                <a:tab pos="1447800" algn="l"/>
                <a:tab pos="2171700" algn="l"/>
                <a:tab pos="2895600" algn="l"/>
              </a:tabLst>
              <a:defRPr sz="2400">
                <a:solidFill>
                  <a:schemeClr val="tx1"/>
                </a:solidFill>
                <a:latin typeface="Arial" charset="0"/>
                <a:ea typeface="ＭＳ Ｐゴシック" charset="0"/>
              </a:defRPr>
            </a:lvl4pPr>
            <a:lvl5pPr eaLnBrk="0">
              <a:tabLst>
                <a:tab pos="723900" algn="l"/>
                <a:tab pos="1447800" algn="l"/>
                <a:tab pos="2171700" algn="l"/>
                <a:tab pos="2895600" algn="l"/>
              </a:tabLst>
              <a:defRPr sz="2400">
                <a:solidFill>
                  <a:schemeClr val="tx1"/>
                </a:solidFill>
                <a:latin typeface="Arial" charset="0"/>
                <a:ea typeface="ＭＳ Ｐゴシック" charset="0"/>
              </a:defRPr>
            </a:lvl5pPr>
            <a:lvl6pPr marL="4572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6pPr>
            <a:lvl7pPr marL="9144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7pPr>
            <a:lvl8pPr marL="13716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8pPr>
            <a:lvl9pPr marL="18288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9pPr>
          </a:lstStyle>
          <a:p>
            <a:pPr eaLnBrk="1"/>
            <a:fld id="{6C21327B-E740-3C48-8E47-9C13C9DC80D2}" type="slidenum">
              <a:rPr lang="en-IE" sz="1400">
                <a:solidFill>
                  <a:srgbClr val="000000"/>
                </a:solidFill>
                <a:latin typeface="Times New Roman" charset="0"/>
                <a:cs typeface="Arial Unicode MS" charset="0"/>
              </a:rPr>
              <a:pPr eaLnBrk="1"/>
              <a:t>3</a:t>
            </a:fld>
            <a:endParaRPr lang="en-IE" sz="1400">
              <a:solidFill>
                <a:srgbClr val="000000"/>
              </a:solidFill>
              <a:latin typeface="Times New Roman" charset="0"/>
              <a:cs typeface="Arial Unicode MS" charset="0"/>
            </a:endParaRPr>
          </a:p>
        </p:txBody>
      </p:sp>
      <p:sp>
        <p:nvSpPr>
          <p:cNvPr id="21507" name="Text Box 1"/>
          <p:cNvSpPr txBox="1">
            <a:spLocks noGrp="1" noRot="1" noChangeAspect="1" noChangeArrowheads="1"/>
          </p:cNvSpPr>
          <p:nvPr>
            <p:ph type="sldImg"/>
          </p:nvPr>
        </p:nvSpPr>
        <p:spPr>
          <a:xfrm>
            <a:off x="1106488" y="812800"/>
            <a:ext cx="5345112" cy="4008438"/>
          </a:xfrm>
          <a:solidFill>
            <a:srgbClr val="FFFFFF"/>
          </a:solidFill>
          <a:ln>
            <a:solidFill>
              <a:srgbClr val="000000"/>
            </a:solidFill>
            <a:miter lim="800000"/>
            <a:headEnd/>
            <a:tailEnd/>
          </a:ln>
        </p:spPr>
      </p:sp>
      <p:sp>
        <p:nvSpPr>
          <p:cNvPr id="21508" name="Text Box 2"/>
          <p:cNvSpPr txBox="1">
            <a:spLocks noGrp="1" noChangeArrowheads="1"/>
          </p:cNvSpPr>
          <p:nvPr>
            <p:ph type="body" idx="1"/>
          </p:nvPr>
        </p:nvSpPr>
        <p:spPr>
          <a:xfrm>
            <a:off x="755650" y="5078413"/>
            <a:ext cx="6048375" cy="4811712"/>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FAA26D3D-D897-4be2-8F04-BA451C77F1D7}">
              <ma14:placeholderFlag xmlns:ma14="http://schemas.microsoft.com/office/mac/drawingml/2011/main" xmlns="" val="1"/>
            </a:ext>
          </a:extLst>
        </p:spPr>
        <p:txBody>
          <a:bodyPr wrap="none" anchor="ctr"/>
          <a:lstStyle/>
          <a:p>
            <a:endParaRPr lang="en-US">
              <a:latin typeface="Times New Roman" charset="0"/>
            </a:endParaRPr>
          </a:p>
        </p:txBody>
      </p:sp>
    </p:spTree>
    <p:extLst>
      <p:ext uri="{BB962C8B-B14F-4D97-AF65-F5344CB8AC3E}">
        <p14:creationId xmlns:p14="http://schemas.microsoft.com/office/powerpoint/2010/main" val="681101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6"/>
          <p:cNvSpPr>
            <a:spLocks noGrp="1" noChangeArrowheads="1"/>
          </p:cNvSpPr>
          <p:nvPr>
            <p:ph type="sldNum" sz="quarter"/>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a:lstStyle>
            <a:lvl1pPr eaLnBrk="0">
              <a:tabLst>
                <a:tab pos="723900" algn="l"/>
                <a:tab pos="1447800" algn="l"/>
                <a:tab pos="2171700" algn="l"/>
                <a:tab pos="2895600" algn="l"/>
              </a:tabLst>
              <a:defRPr sz="2400">
                <a:solidFill>
                  <a:schemeClr val="tx1"/>
                </a:solidFill>
                <a:latin typeface="Arial" charset="0"/>
                <a:ea typeface="ＭＳ Ｐゴシック" charset="0"/>
                <a:cs typeface="ＭＳ Ｐゴシック" charset="0"/>
              </a:defRPr>
            </a:lvl1pPr>
            <a:lvl2pPr marL="37931725" indent="-37474525" eaLnBrk="0">
              <a:tabLst>
                <a:tab pos="723900" algn="l"/>
                <a:tab pos="1447800" algn="l"/>
                <a:tab pos="2171700" algn="l"/>
                <a:tab pos="2895600" algn="l"/>
              </a:tabLst>
              <a:defRPr sz="2400">
                <a:solidFill>
                  <a:schemeClr val="tx1"/>
                </a:solidFill>
                <a:latin typeface="Arial" charset="0"/>
                <a:ea typeface="ＭＳ Ｐゴシック" charset="0"/>
              </a:defRPr>
            </a:lvl2pPr>
            <a:lvl3pPr eaLnBrk="0">
              <a:tabLst>
                <a:tab pos="723900" algn="l"/>
                <a:tab pos="1447800" algn="l"/>
                <a:tab pos="2171700" algn="l"/>
                <a:tab pos="2895600" algn="l"/>
              </a:tabLst>
              <a:defRPr sz="2400">
                <a:solidFill>
                  <a:schemeClr val="tx1"/>
                </a:solidFill>
                <a:latin typeface="Arial" charset="0"/>
                <a:ea typeface="ＭＳ Ｐゴシック" charset="0"/>
              </a:defRPr>
            </a:lvl3pPr>
            <a:lvl4pPr eaLnBrk="0">
              <a:tabLst>
                <a:tab pos="723900" algn="l"/>
                <a:tab pos="1447800" algn="l"/>
                <a:tab pos="2171700" algn="l"/>
                <a:tab pos="2895600" algn="l"/>
              </a:tabLst>
              <a:defRPr sz="2400">
                <a:solidFill>
                  <a:schemeClr val="tx1"/>
                </a:solidFill>
                <a:latin typeface="Arial" charset="0"/>
                <a:ea typeface="ＭＳ Ｐゴシック" charset="0"/>
              </a:defRPr>
            </a:lvl4pPr>
            <a:lvl5pPr eaLnBrk="0">
              <a:tabLst>
                <a:tab pos="723900" algn="l"/>
                <a:tab pos="1447800" algn="l"/>
                <a:tab pos="2171700" algn="l"/>
                <a:tab pos="2895600" algn="l"/>
              </a:tabLst>
              <a:defRPr sz="2400">
                <a:solidFill>
                  <a:schemeClr val="tx1"/>
                </a:solidFill>
                <a:latin typeface="Arial" charset="0"/>
                <a:ea typeface="ＭＳ Ｐゴシック" charset="0"/>
              </a:defRPr>
            </a:lvl5pPr>
            <a:lvl6pPr marL="4572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6pPr>
            <a:lvl7pPr marL="9144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7pPr>
            <a:lvl8pPr marL="13716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8pPr>
            <a:lvl9pPr marL="18288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9pPr>
          </a:lstStyle>
          <a:p>
            <a:pPr eaLnBrk="1"/>
            <a:fld id="{6C21327B-E740-3C48-8E47-9C13C9DC80D2}" type="slidenum">
              <a:rPr lang="en-IE" sz="1400">
                <a:solidFill>
                  <a:srgbClr val="000000"/>
                </a:solidFill>
                <a:latin typeface="Times New Roman" charset="0"/>
                <a:cs typeface="Arial Unicode MS" charset="0"/>
              </a:rPr>
              <a:pPr eaLnBrk="1"/>
              <a:t>4</a:t>
            </a:fld>
            <a:endParaRPr lang="en-IE" sz="1400">
              <a:solidFill>
                <a:srgbClr val="000000"/>
              </a:solidFill>
              <a:latin typeface="Times New Roman" charset="0"/>
              <a:cs typeface="Arial Unicode MS" charset="0"/>
            </a:endParaRPr>
          </a:p>
        </p:txBody>
      </p:sp>
      <p:sp>
        <p:nvSpPr>
          <p:cNvPr id="21507" name="Text Box 1"/>
          <p:cNvSpPr txBox="1">
            <a:spLocks noGrp="1" noRot="1" noChangeAspect="1" noChangeArrowheads="1"/>
          </p:cNvSpPr>
          <p:nvPr>
            <p:ph type="sldImg"/>
          </p:nvPr>
        </p:nvSpPr>
        <p:spPr>
          <a:xfrm>
            <a:off x="1106488" y="812800"/>
            <a:ext cx="5345112" cy="4008438"/>
          </a:xfrm>
          <a:solidFill>
            <a:srgbClr val="FFFFFF"/>
          </a:solidFill>
          <a:ln>
            <a:solidFill>
              <a:srgbClr val="000000"/>
            </a:solidFill>
            <a:miter lim="800000"/>
            <a:headEnd/>
            <a:tailEnd/>
          </a:ln>
        </p:spPr>
      </p:sp>
      <p:sp>
        <p:nvSpPr>
          <p:cNvPr id="21508" name="Text Box 2"/>
          <p:cNvSpPr txBox="1">
            <a:spLocks noGrp="1" noChangeArrowheads="1"/>
          </p:cNvSpPr>
          <p:nvPr>
            <p:ph type="body" idx="1"/>
          </p:nvPr>
        </p:nvSpPr>
        <p:spPr>
          <a:xfrm>
            <a:off x="755650" y="5078413"/>
            <a:ext cx="6048375" cy="4811712"/>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 uri="{FAA26D3D-D897-4be2-8F04-BA451C77F1D7}">
              <ma14:placeholderFlag xmlns="" xmlns:ma14="http://schemas.microsoft.com/office/mac/drawingml/2011/main" val="1"/>
            </a:ext>
          </a:extLst>
        </p:spPr>
        <p:txBody>
          <a:bodyPr wrap="none" anchor="ctr"/>
          <a:lstStyle/>
          <a:p>
            <a:endParaRPr lang="en-US">
              <a:latin typeface="Times New Roman" charset="0"/>
            </a:endParaRPr>
          </a:p>
        </p:txBody>
      </p:sp>
    </p:spTree>
    <p:extLst>
      <p:ext uri="{BB962C8B-B14F-4D97-AF65-F5344CB8AC3E}">
        <p14:creationId xmlns:p14="http://schemas.microsoft.com/office/powerpoint/2010/main" val="1640092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6"/>
          <p:cNvSpPr>
            <a:spLocks noGrp="1" noChangeArrowheads="1"/>
          </p:cNvSpPr>
          <p:nvPr>
            <p:ph type="sldNum" sz="quarter"/>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a:lstStyle>
            <a:lvl1pPr eaLnBrk="0">
              <a:tabLst>
                <a:tab pos="723900" algn="l"/>
                <a:tab pos="1447800" algn="l"/>
                <a:tab pos="2171700" algn="l"/>
                <a:tab pos="2895600" algn="l"/>
              </a:tabLst>
              <a:defRPr sz="2400">
                <a:solidFill>
                  <a:schemeClr val="tx1"/>
                </a:solidFill>
                <a:latin typeface="Arial" charset="0"/>
                <a:ea typeface="ＭＳ Ｐゴシック" charset="0"/>
                <a:cs typeface="ＭＳ Ｐゴシック" charset="0"/>
              </a:defRPr>
            </a:lvl1pPr>
            <a:lvl2pPr marL="37931725" indent="-37474525" eaLnBrk="0">
              <a:tabLst>
                <a:tab pos="723900" algn="l"/>
                <a:tab pos="1447800" algn="l"/>
                <a:tab pos="2171700" algn="l"/>
                <a:tab pos="2895600" algn="l"/>
              </a:tabLst>
              <a:defRPr sz="2400">
                <a:solidFill>
                  <a:schemeClr val="tx1"/>
                </a:solidFill>
                <a:latin typeface="Arial" charset="0"/>
                <a:ea typeface="ＭＳ Ｐゴシック" charset="0"/>
              </a:defRPr>
            </a:lvl2pPr>
            <a:lvl3pPr eaLnBrk="0">
              <a:tabLst>
                <a:tab pos="723900" algn="l"/>
                <a:tab pos="1447800" algn="l"/>
                <a:tab pos="2171700" algn="l"/>
                <a:tab pos="2895600" algn="l"/>
              </a:tabLst>
              <a:defRPr sz="2400">
                <a:solidFill>
                  <a:schemeClr val="tx1"/>
                </a:solidFill>
                <a:latin typeface="Arial" charset="0"/>
                <a:ea typeface="ＭＳ Ｐゴシック" charset="0"/>
              </a:defRPr>
            </a:lvl3pPr>
            <a:lvl4pPr eaLnBrk="0">
              <a:tabLst>
                <a:tab pos="723900" algn="l"/>
                <a:tab pos="1447800" algn="l"/>
                <a:tab pos="2171700" algn="l"/>
                <a:tab pos="2895600" algn="l"/>
              </a:tabLst>
              <a:defRPr sz="2400">
                <a:solidFill>
                  <a:schemeClr val="tx1"/>
                </a:solidFill>
                <a:latin typeface="Arial" charset="0"/>
                <a:ea typeface="ＭＳ Ｐゴシック" charset="0"/>
              </a:defRPr>
            </a:lvl4pPr>
            <a:lvl5pPr eaLnBrk="0">
              <a:tabLst>
                <a:tab pos="723900" algn="l"/>
                <a:tab pos="1447800" algn="l"/>
                <a:tab pos="2171700" algn="l"/>
                <a:tab pos="2895600" algn="l"/>
              </a:tabLst>
              <a:defRPr sz="2400">
                <a:solidFill>
                  <a:schemeClr val="tx1"/>
                </a:solidFill>
                <a:latin typeface="Arial" charset="0"/>
                <a:ea typeface="ＭＳ Ｐゴシック" charset="0"/>
              </a:defRPr>
            </a:lvl5pPr>
            <a:lvl6pPr marL="4572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6pPr>
            <a:lvl7pPr marL="9144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7pPr>
            <a:lvl8pPr marL="13716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8pPr>
            <a:lvl9pPr marL="18288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9pPr>
          </a:lstStyle>
          <a:p>
            <a:pPr eaLnBrk="1"/>
            <a:fld id="{6C21327B-E740-3C48-8E47-9C13C9DC80D2}" type="slidenum">
              <a:rPr lang="en-IE" sz="1400">
                <a:solidFill>
                  <a:srgbClr val="000000"/>
                </a:solidFill>
                <a:latin typeface="Times New Roman" charset="0"/>
                <a:cs typeface="Arial Unicode MS" charset="0"/>
              </a:rPr>
              <a:pPr eaLnBrk="1"/>
              <a:t>5</a:t>
            </a:fld>
            <a:endParaRPr lang="en-IE" sz="1400">
              <a:solidFill>
                <a:srgbClr val="000000"/>
              </a:solidFill>
              <a:latin typeface="Times New Roman" charset="0"/>
              <a:cs typeface="Arial Unicode MS" charset="0"/>
            </a:endParaRPr>
          </a:p>
        </p:txBody>
      </p:sp>
      <p:sp>
        <p:nvSpPr>
          <p:cNvPr id="21507" name="Text Box 1"/>
          <p:cNvSpPr txBox="1">
            <a:spLocks noGrp="1" noRot="1" noChangeAspect="1" noChangeArrowheads="1"/>
          </p:cNvSpPr>
          <p:nvPr>
            <p:ph type="sldImg"/>
          </p:nvPr>
        </p:nvSpPr>
        <p:spPr>
          <a:xfrm>
            <a:off x="1106488" y="812800"/>
            <a:ext cx="5345112" cy="4008438"/>
          </a:xfrm>
          <a:solidFill>
            <a:srgbClr val="FFFFFF"/>
          </a:solidFill>
          <a:ln>
            <a:solidFill>
              <a:srgbClr val="000000"/>
            </a:solidFill>
            <a:miter lim="800000"/>
            <a:headEnd/>
            <a:tailEnd/>
          </a:ln>
        </p:spPr>
      </p:sp>
      <p:sp>
        <p:nvSpPr>
          <p:cNvPr id="21508" name="Text Box 2"/>
          <p:cNvSpPr txBox="1">
            <a:spLocks noGrp="1" noChangeArrowheads="1"/>
          </p:cNvSpPr>
          <p:nvPr>
            <p:ph type="body" idx="1"/>
          </p:nvPr>
        </p:nvSpPr>
        <p:spPr>
          <a:xfrm>
            <a:off x="755650" y="5078413"/>
            <a:ext cx="6048375" cy="4811712"/>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FAA26D3D-D897-4be2-8F04-BA451C77F1D7}">
              <ma14:placeholderFlag xmlns:ma14="http://schemas.microsoft.com/office/mac/drawingml/2011/main" xmlns="" val="1"/>
            </a:ext>
          </a:extLst>
        </p:spPr>
        <p:txBody>
          <a:bodyPr wrap="none" anchor="ctr"/>
          <a:lstStyle/>
          <a:p>
            <a:endParaRPr lang="en-US">
              <a:latin typeface="Times New Roman" charset="0"/>
            </a:endParaRPr>
          </a:p>
        </p:txBody>
      </p:sp>
    </p:spTree>
    <p:extLst>
      <p:ext uri="{BB962C8B-B14F-4D97-AF65-F5344CB8AC3E}">
        <p14:creationId xmlns:p14="http://schemas.microsoft.com/office/powerpoint/2010/main" val="6811012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6"/>
          <p:cNvSpPr>
            <a:spLocks noGrp="1" noChangeArrowheads="1"/>
          </p:cNvSpPr>
          <p:nvPr>
            <p:ph type="sldNum" sz="quarter"/>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a:lstStyle>
            <a:lvl1pPr eaLnBrk="0">
              <a:tabLst>
                <a:tab pos="723900" algn="l"/>
                <a:tab pos="1447800" algn="l"/>
                <a:tab pos="2171700" algn="l"/>
                <a:tab pos="2895600" algn="l"/>
              </a:tabLst>
              <a:defRPr sz="2400">
                <a:solidFill>
                  <a:schemeClr val="tx1"/>
                </a:solidFill>
                <a:latin typeface="Arial" charset="0"/>
                <a:ea typeface="ＭＳ Ｐゴシック" charset="0"/>
                <a:cs typeface="ＭＳ Ｐゴシック" charset="0"/>
              </a:defRPr>
            </a:lvl1pPr>
            <a:lvl2pPr marL="37931725" indent="-37474525" eaLnBrk="0">
              <a:tabLst>
                <a:tab pos="723900" algn="l"/>
                <a:tab pos="1447800" algn="l"/>
                <a:tab pos="2171700" algn="l"/>
                <a:tab pos="2895600" algn="l"/>
              </a:tabLst>
              <a:defRPr sz="2400">
                <a:solidFill>
                  <a:schemeClr val="tx1"/>
                </a:solidFill>
                <a:latin typeface="Arial" charset="0"/>
                <a:ea typeface="ＭＳ Ｐゴシック" charset="0"/>
              </a:defRPr>
            </a:lvl2pPr>
            <a:lvl3pPr eaLnBrk="0">
              <a:tabLst>
                <a:tab pos="723900" algn="l"/>
                <a:tab pos="1447800" algn="l"/>
                <a:tab pos="2171700" algn="l"/>
                <a:tab pos="2895600" algn="l"/>
              </a:tabLst>
              <a:defRPr sz="2400">
                <a:solidFill>
                  <a:schemeClr val="tx1"/>
                </a:solidFill>
                <a:latin typeface="Arial" charset="0"/>
                <a:ea typeface="ＭＳ Ｐゴシック" charset="0"/>
              </a:defRPr>
            </a:lvl3pPr>
            <a:lvl4pPr eaLnBrk="0">
              <a:tabLst>
                <a:tab pos="723900" algn="l"/>
                <a:tab pos="1447800" algn="l"/>
                <a:tab pos="2171700" algn="l"/>
                <a:tab pos="2895600" algn="l"/>
              </a:tabLst>
              <a:defRPr sz="2400">
                <a:solidFill>
                  <a:schemeClr val="tx1"/>
                </a:solidFill>
                <a:latin typeface="Arial" charset="0"/>
                <a:ea typeface="ＭＳ Ｐゴシック" charset="0"/>
              </a:defRPr>
            </a:lvl4pPr>
            <a:lvl5pPr eaLnBrk="0">
              <a:tabLst>
                <a:tab pos="723900" algn="l"/>
                <a:tab pos="1447800" algn="l"/>
                <a:tab pos="2171700" algn="l"/>
                <a:tab pos="2895600" algn="l"/>
              </a:tabLst>
              <a:defRPr sz="2400">
                <a:solidFill>
                  <a:schemeClr val="tx1"/>
                </a:solidFill>
                <a:latin typeface="Arial" charset="0"/>
                <a:ea typeface="ＭＳ Ｐゴシック" charset="0"/>
              </a:defRPr>
            </a:lvl5pPr>
            <a:lvl6pPr marL="4572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6pPr>
            <a:lvl7pPr marL="9144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7pPr>
            <a:lvl8pPr marL="13716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8pPr>
            <a:lvl9pPr marL="18288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9pPr>
          </a:lstStyle>
          <a:p>
            <a:pPr eaLnBrk="1"/>
            <a:fld id="{6C21327B-E740-3C48-8E47-9C13C9DC80D2}" type="slidenum">
              <a:rPr lang="en-IE" sz="1400">
                <a:solidFill>
                  <a:srgbClr val="000000"/>
                </a:solidFill>
                <a:latin typeface="Times New Roman" charset="0"/>
                <a:cs typeface="Arial Unicode MS" charset="0"/>
              </a:rPr>
              <a:pPr eaLnBrk="1"/>
              <a:t>6</a:t>
            </a:fld>
            <a:endParaRPr lang="en-IE" sz="1400">
              <a:solidFill>
                <a:srgbClr val="000000"/>
              </a:solidFill>
              <a:latin typeface="Times New Roman" charset="0"/>
              <a:cs typeface="Arial Unicode MS" charset="0"/>
            </a:endParaRPr>
          </a:p>
        </p:txBody>
      </p:sp>
      <p:sp>
        <p:nvSpPr>
          <p:cNvPr id="21507" name="Text Box 1"/>
          <p:cNvSpPr txBox="1">
            <a:spLocks noGrp="1" noRot="1" noChangeAspect="1" noChangeArrowheads="1"/>
          </p:cNvSpPr>
          <p:nvPr>
            <p:ph type="sldImg"/>
          </p:nvPr>
        </p:nvSpPr>
        <p:spPr>
          <a:xfrm>
            <a:off x="1106488" y="812800"/>
            <a:ext cx="5345112" cy="4008438"/>
          </a:xfrm>
          <a:solidFill>
            <a:srgbClr val="FFFFFF"/>
          </a:solidFill>
          <a:ln>
            <a:solidFill>
              <a:srgbClr val="000000"/>
            </a:solidFill>
            <a:miter lim="800000"/>
            <a:headEnd/>
            <a:tailEnd/>
          </a:ln>
        </p:spPr>
      </p:sp>
      <p:sp>
        <p:nvSpPr>
          <p:cNvPr id="21508" name="Text Box 2"/>
          <p:cNvSpPr txBox="1">
            <a:spLocks noGrp="1" noChangeArrowheads="1"/>
          </p:cNvSpPr>
          <p:nvPr>
            <p:ph type="body" idx="1"/>
          </p:nvPr>
        </p:nvSpPr>
        <p:spPr>
          <a:xfrm>
            <a:off x="755650" y="5078413"/>
            <a:ext cx="6048375" cy="4811712"/>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FAA26D3D-D897-4be2-8F04-BA451C77F1D7}">
              <ma14:placeholderFlag xmlns:ma14="http://schemas.microsoft.com/office/mac/drawingml/2011/main" xmlns="" val="1"/>
            </a:ext>
          </a:extLst>
        </p:spPr>
        <p:txBody>
          <a:bodyPr wrap="none" anchor="ctr"/>
          <a:lstStyle/>
          <a:p>
            <a:endParaRPr lang="en-US">
              <a:latin typeface="Times New Roman" charset="0"/>
            </a:endParaRPr>
          </a:p>
        </p:txBody>
      </p:sp>
    </p:spTree>
    <p:extLst>
      <p:ext uri="{BB962C8B-B14F-4D97-AF65-F5344CB8AC3E}">
        <p14:creationId xmlns:p14="http://schemas.microsoft.com/office/powerpoint/2010/main" val="6811012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6"/>
          <p:cNvSpPr>
            <a:spLocks noGrp="1" noChangeArrowheads="1"/>
          </p:cNvSpPr>
          <p:nvPr>
            <p:ph type="sldNum" sz="quarter"/>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a:lstStyle>
            <a:lvl1pPr eaLnBrk="0">
              <a:tabLst>
                <a:tab pos="723900" algn="l"/>
                <a:tab pos="1447800" algn="l"/>
                <a:tab pos="2171700" algn="l"/>
                <a:tab pos="2895600" algn="l"/>
              </a:tabLst>
              <a:defRPr sz="2400">
                <a:solidFill>
                  <a:schemeClr val="tx1"/>
                </a:solidFill>
                <a:latin typeface="Arial" charset="0"/>
                <a:ea typeface="ＭＳ Ｐゴシック" charset="0"/>
                <a:cs typeface="ＭＳ Ｐゴシック" charset="0"/>
              </a:defRPr>
            </a:lvl1pPr>
            <a:lvl2pPr marL="37931725" indent="-37474525" eaLnBrk="0">
              <a:tabLst>
                <a:tab pos="723900" algn="l"/>
                <a:tab pos="1447800" algn="l"/>
                <a:tab pos="2171700" algn="l"/>
                <a:tab pos="2895600" algn="l"/>
              </a:tabLst>
              <a:defRPr sz="2400">
                <a:solidFill>
                  <a:schemeClr val="tx1"/>
                </a:solidFill>
                <a:latin typeface="Arial" charset="0"/>
                <a:ea typeface="ＭＳ Ｐゴシック" charset="0"/>
              </a:defRPr>
            </a:lvl2pPr>
            <a:lvl3pPr eaLnBrk="0">
              <a:tabLst>
                <a:tab pos="723900" algn="l"/>
                <a:tab pos="1447800" algn="l"/>
                <a:tab pos="2171700" algn="l"/>
                <a:tab pos="2895600" algn="l"/>
              </a:tabLst>
              <a:defRPr sz="2400">
                <a:solidFill>
                  <a:schemeClr val="tx1"/>
                </a:solidFill>
                <a:latin typeface="Arial" charset="0"/>
                <a:ea typeface="ＭＳ Ｐゴシック" charset="0"/>
              </a:defRPr>
            </a:lvl3pPr>
            <a:lvl4pPr eaLnBrk="0">
              <a:tabLst>
                <a:tab pos="723900" algn="l"/>
                <a:tab pos="1447800" algn="l"/>
                <a:tab pos="2171700" algn="l"/>
                <a:tab pos="2895600" algn="l"/>
              </a:tabLst>
              <a:defRPr sz="2400">
                <a:solidFill>
                  <a:schemeClr val="tx1"/>
                </a:solidFill>
                <a:latin typeface="Arial" charset="0"/>
                <a:ea typeface="ＭＳ Ｐゴシック" charset="0"/>
              </a:defRPr>
            </a:lvl4pPr>
            <a:lvl5pPr eaLnBrk="0">
              <a:tabLst>
                <a:tab pos="723900" algn="l"/>
                <a:tab pos="1447800" algn="l"/>
                <a:tab pos="2171700" algn="l"/>
                <a:tab pos="2895600" algn="l"/>
              </a:tabLst>
              <a:defRPr sz="2400">
                <a:solidFill>
                  <a:schemeClr val="tx1"/>
                </a:solidFill>
                <a:latin typeface="Arial" charset="0"/>
                <a:ea typeface="ＭＳ Ｐゴシック" charset="0"/>
              </a:defRPr>
            </a:lvl5pPr>
            <a:lvl6pPr marL="4572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6pPr>
            <a:lvl7pPr marL="9144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7pPr>
            <a:lvl8pPr marL="13716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8pPr>
            <a:lvl9pPr marL="18288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9pPr>
          </a:lstStyle>
          <a:p>
            <a:pPr eaLnBrk="1"/>
            <a:fld id="{6C21327B-E740-3C48-8E47-9C13C9DC80D2}" type="slidenum">
              <a:rPr lang="en-IE" sz="1400">
                <a:solidFill>
                  <a:srgbClr val="000000"/>
                </a:solidFill>
                <a:latin typeface="Times New Roman" charset="0"/>
                <a:cs typeface="Arial Unicode MS" charset="0"/>
              </a:rPr>
              <a:pPr eaLnBrk="1"/>
              <a:t>7</a:t>
            </a:fld>
            <a:endParaRPr lang="en-IE" sz="1400">
              <a:solidFill>
                <a:srgbClr val="000000"/>
              </a:solidFill>
              <a:latin typeface="Times New Roman" charset="0"/>
              <a:cs typeface="Arial Unicode MS" charset="0"/>
            </a:endParaRPr>
          </a:p>
        </p:txBody>
      </p:sp>
      <p:sp>
        <p:nvSpPr>
          <p:cNvPr id="21507" name="Text Box 1"/>
          <p:cNvSpPr txBox="1">
            <a:spLocks noGrp="1" noRot="1" noChangeAspect="1" noChangeArrowheads="1"/>
          </p:cNvSpPr>
          <p:nvPr>
            <p:ph type="sldImg"/>
          </p:nvPr>
        </p:nvSpPr>
        <p:spPr>
          <a:xfrm>
            <a:off x="1106488" y="812800"/>
            <a:ext cx="5345112" cy="4008438"/>
          </a:xfrm>
          <a:solidFill>
            <a:srgbClr val="FFFFFF"/>
          </a:solidFill>
          <a:ln>
            <a:solidFill>
              <a:srgbClr val="000000"/>
            </a:solidFill>
            <a:miter lim="800000"/>
            <a:headEnd/>
            <a:tailEnd/>
          </a:ln>
        </p:spPr>
      </p:sp>
      <p:sp>
        <p:nvSpPr>
          <p:cNvPr id="21508" name="Text Box 2"/>
          <p:cNvSpPr txBox="1">
            <a:spLocks noGrp="1" noChangeArrowheads="1"/>
          </p:cNvSpPr>
          <p:nvPr>
            <p:ph type="body" idx="1"/>
          </p:nvPr>
        </p:nvSpPr>
        <p:spPr>
          <a:xfrm>
            <a:off x="755650" y="5078413"/>
            <a:ext cx="6048375" cy="4811712"/>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FAA26D3D-D897-4be2-8F04-BA451C77F1D7}">
              <ma14:placeholderFlag xmlns:ma14="http://schemas.microsoft.com/office/mac/drawingml/2011/main" xmlns="" val="1"/>
            </a:ext>
          </a:extLst>
        </p:spPr>
        <p:txBody>
          <a:bodyPr wrap="none" anchor="ctr"/>
          <a:lstStyle/>
          <a:p>
            <a:endParaRPr lang="en-US">
              <a:latin typeface="Times New Roman" charset="0"/>
            </a:endParaRPr>
          </a:p>
        </p:txBody>
      </p:sp>
    </p:spTree>
    <p:extLst>
      <p:ext uri="{BB962C8B-B14F-4D97-AF65-F5344CB8AC3E}">
        <p14:creationId xmlns:p14="http://schemas.microsoft.com/office/powerpoint/2010/main" val="4847379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6"/>
          <p:cNvSpPr>
            <a:spLocks noGrp="1" noChangeArrowheads="1"/>
          </p:cNvSpPr>
          <p:nvPr>
            <p:ph type="sldNum" sz="quarter"/>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a:lstStyle>
            <a:lvl1pPr eaLnBrk="0">
              <a:tabLst>
                <a:tab pos="723900" algn="l"/>
                <a:tab pos="1447800" algn="l"/>
                <a:tab pos="2171700" algn="l"/>
                <a:tab pos="2895600" algn="l"/>
              </a:tabLst>
              <a:defRPr sz="2400">
                <a:solidFill>
                  <a:schemeClr val="tx1"/>
                </a:solidFill>
                <a:latin typeface="Arial" charset="0"/>
                <a:ea typeface="ＭＳ Ｐゴシック" charset="0"/>
                <a:cs typeface="ＭＳ Ｐゴシック" charset="0"/>
              </a:defRPr>
            </a:lvl1pPr>
            <a:lvl2pPr marL="37931725" indent="-37474525" eaLnBrk="0">
              <a:tabLst>
                <a:tab pos="723900" algn="l"/>
                <a:tab pos="1447800" algn="l"/>
                <a:tab pos="2171700" algn="l"/>
                <a:tab pos="2895600" algn="l"/>
              </a:tabLst>
              <a:defRPr sz="2400">
                <a:solidFill>
                  <a:schemeClr val="tx1"/>
                </a:solidFill>
                <a:latin typeface="Arial" charset="0"/>
                <a:ea typeface="ＭＳ Ｐゴシック" charset="0"/>
              </a:defRPr>
            </a:lvl2pPr>
            <a:lvl3pPr eaLnBrk="0">
              <a:tabLst>
                <a:tab pos="723900" algn="l"/>
                <a:tab pos="1447800" algn="l"/>
                <a:tab pos="2171700" algn="l"/>
                <a:tab pos="2895600" algn="l"/>
              </a:tabLst>
              <a:defRPr sz="2400">
                <a:solidFill>
                  <a:schemeClr val="tx1"/>
                </a:solidFill>
                <a:latin typeface="Arial" charset="0"/>
                <a:ea typeface="ＭＳ Ｐゴシック" charset="0"/>
              </a:defRPr>
            </a:lvl3pPr>
            <a:lvl4pPr eaLnBrk="0">
              <a:tabLst>
                <a:tab pos="723900" algn="l"/>
                <a:tab pos="1447800" algn="l"/>
                <a:tab pos="2171700" algn="l"/>
                <a:tab pos="2895600" algn="l"/>
              </a:tabLst>
              <a:defRPr sz="2400">
                <a:solidFill>
                  <a:schemeClr val="tx1"/>
                </a:solidFill>
                <a:latin typeface="Arial" charset="0"/>
                <a:ea typeface="ＭＳ Ｐゴシック" charset="0"/>
              </a:defRPr>
            </a:lvl4pPr>
            <a:lvl5pPr eaLnBrk="0">
              <a:tabLst>
                <a:tab pos="723900" algn="l"/>
                <a:tab pos="1447800" algn="l"/>
                <a:tab pos="2171700" algn="l"/>
                <a:tab pos="2895600" algn="l"/>
              </a:tabLst>
              <a:defRPr sz="2400">
                <a:solidFill>
                  <a:schemeClr val="tx1"/>
                </a:solidFill>
                <a:latin typeface="Arial" charset="0"/>
                <a:ea typeface="ＭＳ Ｐゴシック" charset="0"/>
              </a:defRPr>
            </a:lvl5pPr>
            <a:lvl6pPr marL="4572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6pPr>
            <a:lvl7pPr marL="9144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7pPr>
            <a:lvl8pPr marL="13716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8pPr>
            <a:lvl9pPr marL="18288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9pPr>
          </a:lstStyle>
          <a:p>
            <a:pPr eaLnBrk="1"/>
            <a:fld id="{6C21327B-E740-3C48-8E47-9C13C9DC80D2}" type="slidenum">
              <a:rPr lang="en-IE" sz="1400">
                <a:solidFill>
                  <a:srgbClr val="000000"/>
                </a:solidFill>
                <a:latin typeface="Times New Roman" charset="0"/>
                <a:cs typeface="Arial Unicode MS" charset="0"/>
              </a:rPr>
              <a:pPr eaLnBrk="1"/>
              <a:t>8</a:t>
            </a:fld>
            <a:endParaRPr lang="en-IE" sz="1400">
              <a:solidFill>
                <a:srgbClr val="000000"/>
              </a:solidFill>
              <a:latin typeface="Times New Roman" charset="0"/>
              <a:cs typeface="Arial Unicode MS" charset="0"/>
            </a:endParaRPr>
          </a:p>
        </p:txBody>
      </p:sp>
      <p:sp>
        <p:nvSpPr>
          <p:cNvPr id="21507" name="Text Box 1"/>
          <p:cNvSpPr txBox="1">
            <a:spLocks noGrp="1" noRot="1" noChangeAspect="1" noChangeArrowheads="1"/>
          </p:cNvSpPr>
          <p:nvPr>
            <p:ph type="sldImg"/>
          </p:nvPr>
        </p:nvSpPr>
        <p:spPr>
          <a:xfrm>
            <a:off x="1106488" y="812800"/>
            <a:ext cx="5345112" cy="4008438"/>
          </a:xfrm>
          <a:solidFill>
            <a:srgbClr val="FFFFFF"/>
          </a:solidFill>
          <a:ln>
            <a:solidFill>
              <a:srgbClr val="000000"/>
            </a:solidFill>
            <a:miter lim="800000"/>
            <a:headEnd/>
            <a:tailEnd/>
          </a:ln>
        </p:spPr>
      </p:sp>
      <p:sp>
        <p:nvSpPr>
          <p:cNvPr id="21508" name="Text Box 2"/>
          <p:cNvSpPr txBox="1">
            <a:spLocks noGrp="1" noChangeArrowheads="1"/>
          </p:cNvSpPr>
          <p:nvPr>
            <p:ph type="body" idx="1"/>
          </p:nvPr>
        </p:nvSpPr>
        <p:spPr>
          <a:xfrm>
            <a:off x="755650" y="5078413"/>
            <a:ext cx="6048375" cy="4811712"/>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FAA26D3D-D897-4be2-8F04-BA451C77F1D7}">
              <ma14:placeholderFlag xmlns:ma14="http://schemas.microsoft.com/office/mac/drawingml/2011/main" xmlns="" val="1"/>
            </a:ext>
          </a:extLst>
        </p:spPr>
        <p:txBody>
          <a:bodyPr wrap="none" anchor="ctr"/>
          <a:lstStyle/>
          <a:p>
            <a:r>
              <a:rPr lang="en-US" dirty="0">
                <a:latin typeface="Times New Roman" charset="0"/>
              </a:rPr>
              <a:t>Illusion of complexity e.g. YouTube’s Like/Unlike</a:t>
            </a:r>
          </a:p>
        </p:txBody>
      </p:sp>
    </p:spTree>
    <p:extLst>
      <p:ext uri="{BB962C8B-B14F-4D97-AF65-F5344CB8AC3E}">
        <p14:creationId xmlns:p14="http://schemas.microsoft.com/office/powerpoint/2010/main" val="6811012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6"/>
          <p:cNvSpPr>
            <a:spLocks noGrp="1" noChangeArrowheads="1"/>
          </p:cNvSpPr>
          <p:nvPr>
            <p:ph type="sldNum" sz="quarter"/>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a:lstStyle>
            <a:lvl1pPr eaLnBrk="0">
              <a:tabLst>
                <a:tab pos="723900" algn="l"/>
                <a:tab pos="1447800" algn="l"/>
                <a:tab pos="2171700" algn="l"/>
                <a:tab pos="2895600" algn="l"/>
              </a:tabLst>
              <a:defRPr sz="2400">
                <a:solidFill>
                  <a:schemeClr val="tx1"/>
                </a:solidFill>
                <a:latin typeface="Arial" charset="0"/>
                <a:ea typeface="ＭＳ Ｐゴシック" charset="0"/>
                <a:cs typeface="ＭＳ Ｐゴシック" charset="0"/>
              </a:defRPr>
            </a:lvl1pPr>
            <a:lvl2pPr marL="37931725" indent="-37474525" eaLnBrk="0">
              <a:tabLst>
                <a:tab pos="723900" algn="l"/>
                <a:tab pos="1447800" algn="l"/>
                <a:tab pos="2171700" algn="l"/>
                <a:tab pos="2895600" algn="l"/>
              </a:tabLst>
              <a:defRPr sz="2400">
                <a:solidFill>
                  <a:schemeClr val="tx1"/>
                </a:solidFill>
                <a:latin typeface="Arial" charset="0"/>
                <a:ea typeface="ＭＳ Ｐゴシック" charset="0"/>
              </a:defRPr>
            </a:lvl2pPr>
            <a:lvl3pPr eaLnBrk="0">
              <a:tabLst>
                <a:tab pos="723900" algn="l"/>
                <a:tab pos="1447800" algn="l"/>
                <a:tab pos="2171700" algn="l"/>
                <a:tab pos="2895600" algn="l"/>
              </a:tabLst>
              <a:defRPr sz="2400">
                <a:solidFill>
                  <a:schemeClr val="tx1"/>
                </a:solidFill>
                <a:latin typeface="Arial" charset="0"/>
                <a:ea typeface="ＭＳ Ｐゴシック" charset="0"/>
              </a:defRPr>
            </a:lvl3pPr>
            <a:lvl4pPr eaLnBrk="0">
              <a:tabLst>
                <a:tab pos="723900" algn="l"/>
                <a:tab pos="1447800" algn="l"/>
                <a:tab pos="2171700" algn="l"/>
                <a:tab pos="2895600" algn="l"/>
              </a:tabLst>
              <a:defRPr sz="2400">
                <a:solidFill>
                  <a:schemeClr val="tx1"/>
                </a:solidFill>
                <a:latin typeface="Arial" charset="0"/>
                <a:ea typeface="ＭＳ Ｐゴシック" charset="0"/>
              </a:defRPr>
            </a:lvl4pPr>
            <a:lvl5pPr eaLnBrk="0">
              <a:tabLst>
                <a:tab pos="723900" algn="l"/>
                <a:tab pos="1447800" algn="l"/>
                <a:tab pos="2171700" algn="l"/>
                <a:tab pos="2895600" algn="l"/>
              </a:tabLst>
              <a:defRPr sz="2400">
                <a:solidFill>
                  <a:schemeClr val="tx1"/>
                </a:solidFill>
                <a:latin typeface="Arial" charset="0"/>
                <a:ea typeface="ＭＳ Ｐゴシック" charset="0"/>
              </a:defRPr>
            </a:lvl5pPr>
            <a:lvl6pPr marL="4572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6pPr>
            <a:lvl7pPr marL="9144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7pPr>
            <a:lvl8pPr marL="13716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8pPr>
            <a:lvl9pPr marL="18288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9pPr>
          </a:lstStyle>
          <a:p>
            <a:pPr eaLnBrk="1"/>
            <a:fld id="{6C21327B-E740-3C48-8E47-9C13C9DC80D2}" type="slidenum">
              <a:rPr lang="en-IE" sz="1400">
                <a:solidFill>
                  <a:srgbClr val="000000"/>
                </a:solidFill>
                <a:latin typeface="Times New Roman" charset="0"/>
                <a:cs typeface="Arial Unicode MS" charset="0"/>
              </a:rPr>
              <a:pPr eaLnBrk="1"/>
              <a:t>9</a:t>
            </a:fld>
            <a:endParaRPr lang="en-IE" sz="1400">
              <a:solidFill>
                <a:srgbClr val="000000"/>
              </a:solidFill>
              <a:latin typeface="Times New Roman" charset="0"/>
              <a:cs typeface="Arial Unicode MS" charset="0"/>
            </a:endParaRPr>
          </a:p>
        </p:txBody>
      </p:sp>
      <p:sp>
        <p:nvSpPr>
          <p:cNvPr id="21507" name="Text Box 1"/>
          <p:cNvSpPr txBox="1">
            <a:spLocks noGrp="1" noRot="1" noChangeAspect="1" noChangeArrowheads="1"/>
          </p:cNvSpPr>
          <p:nvPr>
            <p:ph type="sldImg"/>
          </p:nvPr>
        </p:nvSpPr>
        <p:spPr>
          <a:xfrm>
            <a:off x="1106488" y="812800"/>
            <a:ext cx="5345112" cy="4008438"/>
          </a:xfrm>
          <a:solidFill>
            <a:srgbClr val="FFFFFF"/>
          </a:solidFill>
          <a:ln>
            <a:solidFill>
              <a:srgbClr val="000000"/>
            </a:solidFill>
            <a:miter lim="800000"/>
            <a:headEnd/>
            <a:tailEnd/>
          </a:ln>
        </p:spPr>
      </p:sp>
      <p:sp>
        <p:nvSpPr>
          <p:cNvPr id="21508" name="Text Box 2"/>
          <p:cNvSpPr txBox="1">
            <a:spLocks noGrp="1" noChangeArrowheads="1"/>
          </p:cNvSpPr>
          <p:nvPr>
            <p:ph type="body" idx="1"/>
          </p:nvPr>
        </p:nvSpPr>
        <p:spPr>
          <a:xfrm>
            <a:off x="755650" y="5078413"/>
            <a:ext cx="6048375" cy="4811712"/>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FAA26D3D-D897-4be2-8F04-BA451C77F1D7}">
              <ma14:placeholderFlag xmlns:ma14="http://schemas.microsoft.com/office/mac/drawingml/2011/main" xmlns="" val="1"/>
            </a:ext>
          </a:extLst>
        </p:spPr>
        <p:txBody>
          <a:bodyPr wrap="none" anchor="ctr"/>
          <a:lstStyle/>
          <a:p>
            <a:endParaRPr lang="en-US">
              <a:latin typeface="Times New Roman" charset="0"/>
            </a:endParaRPr>
          </a:p>
        </p:txBody>
      </p:sp>
    </p:spTree>
    <p:extLst>
      <p:ext uri="{BB962C8B-B14F-4D97-AF65-F5344CB8AC3E}">
        <p14:creationId xmlns:p14="http://schemas.microsoft.com/office/powerpoint/2010/main" val="6811012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6"/>
          <p:cNvSpPr>
            <a:spLocks noGrp="1" noChangeArrowheads="1"/>
          </p:cNvSpPr>
          <p:nvPr>
            <p:ph type="sldNum" sz="quarter"/>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a:lstStyle>
            <a:lvl1pPr eaLnBrk="0">
              <a:tabLst>
                <a:tab pos="723900" algn="l"/>
                <a:tab pos="1447800" algn="l"/>
                <a:tab pos="2171700" algn="l"/>
                <a:tab pos="2895600" algn="l"/>
              </a:tabLst>
              <a:defRPr sz="2400">
                <a:solidFill>
                  <a:schemeClr val="tx1"/>
                </a:solidFill>
                <a:latin typeface="Arial" charset="0"/>
                <a:ea typeface="ＭＳ Ｐゴシック" charset="0"/>
                <a:cs typeface="ＭＳ Ｐゴシック" charset="0"/>
              </a:defRPr>
            </a:lvl1pPr>
            <a:lvl2pPr marL="37931725" indent="-37474525" eaLnBrk="0">
              <a:tabLst>
                <a:tab pos="723900" algn="l"/>
                <a:tab pos="1447800" algn="l"/>
                <a:tab pos="2171700" algn="l"/>
                <a:tab pos="2895600" algn="l"/>
              </a:tabLst>
              <a:defRPr sz="2400">
                <a:solidFill>
                  <a:schemeClr val="tx1"/>
                </a:solidFill>
                <a:latin typeface="Arial" charset="0"/>
                <a:ea typeface="ＭＳ Ｐゴシック" charset="0"/>
              </a:defRPr>
            </a:lvl2pPr>
            <a:lvl3pPr eaLnBrk="0">
              <a:tabLst>
                <a:tab pos="723900" algn="l"/>
                <a:tab pos="1447800" algn="l"/>
                <a:tab pos="2171700" algn="l"/>
                <a:tab pos="2895600" algn="l"/>
              </a:tabLst>
              <a:defRPr sz="2400">
                <a:solidFill>
                  <a:schemeClr val="tx1"/>
                </a:solidFill>
                <a:latin typeface="Arial" charset="0"/>
                <a:ea typeface="ＭＳ Ｐゴシック" charset="0"/>
              </a:defRPr>
            </a:lvl3pPr>
            <a:lvl4pPr eaLnBrk="0">
              <a:tabLst>
                <a:tab pos="723900" algn="l"/>
                <a:tab pos="1447800" algn="l"/>
                <a:tab pos="2171700" algn="l"/>
                <a:tab pos="2895600" algn="l"/>
              </a:tabLst>
              <a:defRPr sz="2400">
                <a:solidFill>
                  <a:schemeClr val="tx1"/>
                </a:solidFill>
                <a:latin typeface="Arial" charset="0"/>
                <a:ea typeface="ＭＳ Ｐゴシック" charset="0"/>
              </a:defRPr>
            </a:lvl4pPr>
            <a:lvl5pPr eaLnBrk="0">
              <a:tabLst>
                <a:tab pos="723900" algn="l"/>
                <a:tab pos="1447800" algn="l"/>
                <a:tab pos="2171700" algn="l"/>
                <a:tab pos="2895600" algn="l"/>
              </a:tabLst>
              <a:defRPr sz="2400">
                <a:solidFill>
                  <a:schemeClr val="tx1"/>
                </a:solidFill>
                <a:latin typeface="Arial" charset="0"/>
                <a:ea typeface="ＭＳ Ｐゴシック" charset="0"/>
              </a:defRPr>
            </a:lvl5pPr>
            <a:lvl6pPr marL="4572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6pPr>
            <a:lvl7pPr marL="9144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7pPr>
            <a:lvl8pPr marL="13716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8pPr>
            <a:lvl9pPr marL="18288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9pPr>
          </a:lstStyle>
          <a:p>
            <a:pPr eaLnBrk="1"/>
            <a:fld id="{6C21327B-E740-3C48-8E47-9C13C9DC80D2}" type="slidenum">
              <a:rPr lang="en-IE" sz="1400">
                <a:solidFill>
                  <a:srgbClr val="000000"/>
                </a:solidFill>
                <a:latin typeface="Times New Roman" charset="0"/>
                <a:cs typeface="Arial Unicode MS" charset="0"/>
              </a:rPr>
              <a:pPr eaLnBrk="1"/>
              <a:t>10</a:t>
            </a:fld>
            <a:endParaRPr lang="en-IE" sz="1400">
              <a:solidFill>
                <a:srgbClr val="000000"/>
              </a:solidFill>
              <a:latin typeface="Times New Roman" charset="0"/>
              <a:cs typeface="Arial Unicode MS" charset="0"/>
            </a:endParaRPr>
          </a:p>
        </p:txBody>
      </p:sp>
      <p:sp>
        <p:nvSpPr>
          <p:cNvPr id="21507" name="Text Box 1"/>
          <p:cNvSpPr txBox="1">
            <a:spLocks noGrp="1" noRot="1" noChangeAspect="1" noChangeArrowheads="1"/>
          </p:cNvSpPr>
          <p:nvPr>
            <p:ph type="sldImg"/>
          </p:nvPr>
        </p:nvSpPr>
        <p:spPr>
          <a:xfrm>
            <a:off x="1106488" y="812800"/>
            <a:ext cx="5345112" cy="4008438"/>
          </a:xfrm>
          <a:solidFill>
            <a:srgbClr val="FFFFFF"/>
          </a:solidFill>
          <a:ln>
            <a:solidFill>
              <a:srgbClr val="000000"/>
            </a:solidFill>
            <a:miter lim="800000"/>
            <a:headEnd/>
            <a:tailEnd/>
          </a:ln>
        </p:spPr>
      </p:sp>
      <p:sp>
        <p:nvSpPr>
          <p:cNvPr id="21508" name="Text Box 2"/>
          <p:cNvSpPr txBox="1">
            <a:spLocks noGrp="1" noChangeArrowheads="1"/>
          </p:cNvSpPr>
          <p:nvPr>
            <p:ph type="body" idx="1"/>
          </p:nvPr>
        </p:nvSpPr>
        <p:spPr>
          <a:xfrm>
            <a:off x="755650" y="5078413"/>
            <a:ext cx="6048375" cy="4811712"/>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FAA26D3D-D897-4be2-8F04-BA451C77F1D7}">
              <ma14:placeholderFlag xmlns:ma14="http://schemas.microsoft.com/office/mac/drawingml/2011/main" xmlns="" val="1"/>
            </a:ext>
          </a:extLst>
        </p:spPr>
        <p:txBody>
          <a:bodyPr wrap="none" anchor="ctr"/>
          <a:lstStyle/>
          <a:p>
            <a:r>
              <a:rPr lang="en-IE" dirty="0">
                <a:latin typeface="Times New Roman" charset="0"/>
              </a:rPr>
              <a:t>Behaviourists regard all behaviour as a response to a stimulus. They assume that what we do is determined by the environment we are in, which provides stimuli to which we respond, and the</a:t>
            </a:r>
          </a:p>
          <a:p>
            <a:r>
              <a:rPr lang="en-IE" dirty="0">
                <a:latin typeface="Times New Roman" charset="0"/>
              </a:rPr>
              <a:t>environments we have been in in the past, which caused us to learn to respond to stimuli in particular ways. </a:t>
            </a:r>
          </a:p>
          <a:p>
            <a:r>
              <a:rPr lang="en-IE" dirty="0">
                <a:latin typeface="Times New Roman" charset="0"/>
              </a:rPr>
              <a:t>Behaviourists are unique amongst psychologists in believing that it is unnecessary to speculate about internal mental processes when explaining behaviour: it is enough to know</a:t>
            </a:r>
          </a:p>
          <a:p>
            <a:r>
              <a:rPr lang="en-IE" dirty="0">
                <a:latin typeface="Times New Roman" charset="0"/>
              </a:rPr>
              <a:t>which stimuli elicit which responses. Behaviourists also believe that people are born with only a handful of innate reflexes (stimulus-response units that do not need to be learned) and that all of a</a:t>
            </a:r>
          </a:p>
          <a:p>
            <a:r>
              <a:rPr lang="en-IE" dirty="0">
                <a:latin typeface="Times New Roman" charset="0"/>
              </a:rPr>
              <a:t>person’s complex behaviours are the result of learning through interaction with the </a:t>
            </a:r>
            <a:r>
              <a:rPr lang="en-IE">
                <a:latin typeface="Times New Roman" charset="0"/>
              </a:rPr>
              <a:t>environment. They </a:t>
            </a:r>
            <a:r>
              <a:rPr lang="en-IE" dirty="0">
                <a:latin typeface="Times New Roman" charset="0"/>
              </a:rPr>
              <a:t>also assume that the processes of learning are common to all species and so humans learn in</a:t>
            </a:r>
          </a:p>
          <a:p>
            <a:r>
              <a:rPr lang="en-IE" dirty="0">
                <a:latin typeface="Times New Roman" charset="0"/>
              </a:rPr>
              <a:t>the same way as other animals.</a:t>
            </a:r>
            <a:endParaRPr lang="en-US" dirty="0">
              <a:latin typeface="Times New Roman" charset="0"/>
            </a:endParaRPr>
          </a:p>
        </p:txBody>
      </p:sp>
    </p:spTree>
    <p:extLst>
      <p:ext uri="{BB962C8B-B14F-4D97-AF65-F5344CB8AC3E}">
        <p14:creationId xmlns:p14="http://schemas.microsoft.com/office/powerpoint/2010/main" val="6811012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6"/>
          <p:cNvSpPr>
            <a:spLocks noGrp="1" noChangeArrowheads="1"/>
          </p:cNvSpPr>
          <p:nvPr>
            <p:ph type="sldNum" sz="quarter"/>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a:lstStyle>
            <a:lvl1pPr eaLnBrk="0">
              <a:tabLst>
                <a:tab pos="723900" algn="l"/>
                <a:tab pos="1447800" algn="l"/>
                <a:tab pos="2171700" algn="l"/>
                <a:tab pos="2895600" algn="l"/>
              </a:tabLst>
              <a:defRPr sz="2400">
                <a:solidFill>
                  <a:schemeClr val="tx1"/>
                </a:solidFill>
                <a:latin typeface="Arial" charset="0"/>
                <a:ea typeface="ＭＳ Ｐゴシック" charset="0"/>
                <a:cs typeface="ＭＳ Ｐゴシック" charset="0"/>
              </a:defRPr>
            </a:lvl1pPr>
            <a:lvl2pPr marL="37931725" indent="-37474525" eaLnBrk="0">
              <a:tabLst>
                <a:tab pos="723900" algn="l"/>
                <a:tab pos="1447800" algn="l"/>
                <a:tab pos="2171700" algn="l"/>
                <a:tab pos="2895600" algn="l"/>
              </a:tabLst>
              <a:defRPr sz="2400">
                <a:solidFill>
                  <a:schemeClr val="tx1"/>
                </a:solidFill>
                <a:latin typeface="Arial" charset="0"/>
                <a:ea typeface="ＭＳ Ｐゴシック" charset="0"/>
              </a:defRPr>
            </a:lvl2pPr>
            <a:lvl3pPr eaLnBrk="0">
              <a:tabLst>
                <a:tab pos="723900" algn="l"/>
                <a:tab pos="1447800" algn="l"/>
                <a:tab pos="2171700" algn="l"/>
                <a:tab pos="2895600" algn="l"/>
              </a:tabLst>
              <a:defRPr sz="2400">
                <a:solidFill>
                  <a:schemeClr val="tx1"/>
                </a:solidFill>
                <a:latin typeface="Arial" charset="0"/>
                <a:ea typeface="ＭＳ Ｐゴシック" charset="0"/>
              </a:defRPr>
            </a:lvl3pPr>
            <a:lvl4pPr eaLnBrk="0">
              <a:tabLst>
                <a:tab pos="723900" algn="l"/>
                <a:tab pos="1447800" algn="l"/>
                <a:tab pos="2171700" algn="l"/>
                <a:tab pos="2895600" algn="l"/>
              </a:tabLst>
              <a:defRPr sz="2400">
                <a:solidFill>
                  <a:schemeClr val="tx1"/>
                </a:solidFill>
                <a:latin typeface="Arial" charset="0"/>
                <a:ea typeface="ＭＳ Ｐゴシック" charset="0"/>
              </a:defRPr>
            </a:lvl4pPr>
            <a:lvl5pPr eaLnBrk="0">
              <a:tabLst>
                <a:tab pos="723900" algn="l"/>
                <a:tab pos="1447800" algn="l"/>
                <a:tab pos="2171700" algn="l"/>
                <a:tab pos="2895600" algn="l"/>
              </a:tabLst>
              <a:defRPr sz="2400">
                <a:solidFill>
                  <a:schemeClr val="tx1"/>
                </a:solidFill>
                <a:latin typeface="Arial" charset="0"/>
                <a:ea typeface="ＭＳ Ｐゴシック" charset="0"/>
              </a:defRPr>
            </a:lvl5pPr>
            <a:lvl6pPr marL="4572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6pPr>
            <a:lvl7pPr marL="9144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7pPr>
            <a:lvl8pPr marL="13716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8pPr>
            <a:lvl9pPr marL="1828800" eaLnBrk="0" fontAlgn="base" hangingPunct="0">
              <a:lnSpc>
                <a:spcPct val="93000"/>
              </a:lnSpc>
              <a:spcBef>
                <a:spcPct val="0"/>
              </a:spcBef>
              <a:spcAft>
                <a:spcPct val="0"/>
              </a:spcAft>
              <a:tabLst>
                <a:tab pos="723900" algn="l"/>
                <a:tab pos="1447800" algn="l"/>
                <a:tab pos="2171700" algn="l"/>
                <a:tab pos="2895600" algn="l"/>
              </a:tabLst>
              <a:defRPr sz="2400">
                <a:solidFill>
                  <a:schemeClr val="tx1"/>
                </a:solidFill>
                <a:latin typeface="Arial" charset="0"/>
                <a:ea typeface="ＭＳ Ｐゴシック" charset="0"/>
              </a:defRPr>
            </a:lvl9pPr>
          </a:lstStyle>
          <a:p>
            <a:pPr eaLnBrk="1"/>
            <a:fld id="{6C21327B-E740-3C48-8E47-9C13C9DC80D2}" type="slidenum">
              <a:rPr lang="en-IE" sz="1400">
                <a:solidFill>
                  <a:srgbClr val="000000"/>
                </a:solidFill>
                <a:latin typeface="Times New Roman" charset="0"/>
                <a:cs typeface="Arial Unicode MS" charset="0"/>
              </a:rPr>
              <a:pPr eaLnBrk="1"/>
              <a:t>11</a:t>
            </a:fld>
            <a:endParaRPr lang="en-IE" sz="1400">
              <a:solidFill>
                <a:srgbClr val="000000"/>
              </a:solidFill>
              <a:latin typeface="Times New Roman" charset="0"/>
              <a:cs typeface="Arial Unicode MS" charset="0"/>
            </a:endParaRPr>
          </a:p>
        </p:txBody>
      </p:sp>
      <p:sp>
        <p:nvSpPr>
          <p:cNvPr id="21507" name="Text Box 1"/>
          <p:cNvSpPr txBox="1">
            <a:spLocks noGrp="1" noRot="1" noChangeAspect="1" noChangeArrowheads="1"/>
          </p:cNvSpPr>
          <p:nvPr>
            <p:ph type="sldImg"/>
          </p:nvPr>
        </p:nvSpPr>
        <p:spPr>
          <a:xfrm>
            <a:off x="1106488" y="812800"/>
            <a:ext cx="5345112" cy="4008438"/>
          </a:xfrm>
          <a:solidFill>
            <a:srgbClr val="FFFFFF"/>
          </a:solidFill>
          <a:ln>
            <a:solidFill>
              <a:srgbClr val="000000"/>
            </a:solidFill>
            <a:miter lim="800000"/>
            <a:headEnd/>
            <a:tailEnd/>
          </a:ln>
        </p:spPr>
      </p:sp>
      <p:sp>
        <p:nvSpPr>
          <p:cNvPr id="21508" name="Text Box 2"/>
          <p:cNvSpPr txBox="1">
            <a:spLocks noGrp="1" noChangeArrowheads="1"/>
          </p:cNvSpPr>
          <p:nvPr>
            <p:ph type="body" idx="1"/>
          </p:nvPr>
        </p:nvSpPr>
        <p:spPr>
          <a:xfrm>
            <a:off x="755650" y="5078413"/>
            <a:ext cx="6048375" cy="4811712"/>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 uri="{FAA26D3D-D897-4be2-8F04-BA451C77F1D7}">
              <ma14:placeholderFlag xmlns:ma14="http://schemas.microsoft.com/office/mac/drawingml/2011/main" xmlns="" val="1"/>
            </a:ext>
          </a:extLst>
        </p:spPr>
        <p:txBody>
          <a:bodyPr wrap="none" anchor="ctr"/>
          <a:lstStyle/>
          <a:p>
            <a:endParaRPr lang="en-US" dirty="0">
              <a:latin typeface="Times New Roman" charset="0"/>
            </a:endParaRPr>
          </a:p>
        </p:txBody>
      </p:sp>
    </p:spTree>
    <p:extLst>
      <p:ext uri="{BB962C8B-B14F-4D97-AF65-F5344CB8AC3E}">
        <p14:creationId xmlns:p14="http://schemas.microsoft.com/office/powerpoint/2010/main" val="6811012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pPr>
              <a:defRPr/>
            </a:pPr>
            <a:fld id="{05ACD5CE-1CB6-4E94-A92C-124437B24A09}" type="slidenum">
              <a:rPr lang="en-US" smtClean="0"/>
              <a:pPr>
                <a:defRPr/>
              </a:pPr>
              <a:t>12</a:t>
            </a:fld>
            <a:endParaRPr lang="en-US"/>
          </a:p>
        </p:txBody>
      </p:sp>
    </p:spTree>
    <p:extLst>
      <p:ext uri="{BB962C8B-B14F-4D97-AF65-F5344CB8AC3E}">
        <p14:creationId xmlns:p14="http://schemas.microsoft.com/office/powerpoint/2010/main" val="40411438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Arial" charset="0"/>
                <a:ea typeface="+mn-ea"/>
                <a:cs typeface="+mn-cs"/>
              </a:rPr>
              <a:t>The Travelling Salesman Problem (TSP) is a classic optimization problem where a salesman must find the shortest possible route that visits a list of cities exactly once and returns to the origin city. It is a well-studied problem in mathematics and computer science, relevant to real-world applications such as logistics and network routing. Finding the absolute shortest path is computationally very difficult (NP-hard) for a large number of cities, so approximation algorithms are often used to find good, though not necessarily perfect, solutions.  </a:t>
            </a:r>
            <a:endParaRPr lang="en-IE" dirty="0"/>
          </a:p>
        </p:txBody>
      </p:sp>
      <p:sp>
        <p:nvSpPr>
          <p:cNvPr id="4" name="Slide Number Placeholder 3"/>
          <p:cNvSpPr>
            <a:spLocks noGrp="1"/>
          </p:cNvSpPr>
          <p:nvPr>
            <p:ph type="sldNum" sz="quarter" idx="5"/>
          </p:nvPr>
        </p:nvSpPr>
        <p:spPr/>
        <p:txBody>
          <a:bodyPr/>
          <a:lstStyle/>
          <a:p>
            <a:pPr>
              <a:defRPr/>
            </a:pPr>
            <a:fld id="{05ACD5CE-1CB6-4E94-A92C-124437B24A09}" type="slidenum">
              <a:rPr lang="en-US" smtClean="0"/>
              <a:pPr>
                <a:defRPr/>
              </a:pPr>
              <a:t>15</a:t>
            </a:fld>
            <a:endParaRPr lang="en-US"/>
          </a:p>
        </p:txBody>
      </p:sp>
    </p:spTree>
    <p:extLst>
      <p:ext uri="{BB962C8B-B14F-4D97-AF65-F5344CB8AC3E}">
        <p14:creationId xmlns:p14="http://schemas.microsoft.com/office/powerpoint/2010/main" val="29327676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E"/>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E"/>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6" name="Slide Number Placeholder 5"/>
          <p:cNvSpPr>
            <a:spLocks noGrp="1"/>
          </p:cNvSpPr>
          <p:nvPr>
            <p:ph type="sldNum" sz="quarter" idx="12"/>
          </p:nvPr>
        </p:nvSpPr>
        <p:spPr/>
        <p:txBody>
          <a:bodyPr/>
          <a:lstStyle>
            <a:lvl1pPr>
              <a:defRPr/>
            </a:lvl1pPr>
          </a:lstStyle>
          <a:p>
            <a:pPr>
              <a:defRPr/>
            </a:pPr>
            <a:fld id="{5B83FCE8-4119-48FF-966B-7E5136F9C4B7}" type="slidenum">
              <a:rPr lang="en-IE"/>
              <a:pPr>
                <a:defRPr/>
              </a:pPr>
              <a:t>‹#›</a:t>
            </a:fld>
            <a:endParaRPr lang="en-I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067550" cy="778098"/>
          </a:xfrm>
        </p:spPr>
        <p:txBody>
          <a:bodyPr/>
          <a:lstStyle/>
          <a:p>
            <a:r>
              <a:rPr lang="en-US" dirty="0"/>
              <a:t>Click to edit Master title style</a:t>
            </a:r>
            <a:endParaRPr lang="en-IE"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E" dirty="0"/>
          </a:p>
        </p:txBody>
      </p:sp>
      <p:sp>
        <p:nvSpPr>
          <p:cNvPr id="4" name="Slide Number Placeholder 5"/>
          <p:cNvSpPr>
            <a:spLocks noGrp="1"/>
          </p:cNvSpPr>
          <p:nvPr>
            <p:ph type="sldNum" sz="quarter" idx="10"/>
          </p:nvPr>
        </p:nvSpPr>
        <p:spPr>
          <a:xfrm>
            <a:off x="6975475" y="6453188"/>
            <a:ext cx="2133600" cy="365125"/>
          </a:xfrm>
        </p:spPr>
        <p:txBody>
          <a:bodyPr/>
          <a:lstStyle>
            <a:lvl1pPr>
              <a:defRPr>
                <a:solidFill>
                  <a:schemeClr val="tx1"/>
                </a:solidFill>
              </a:defRPr>
            </a:lvl1pPr>
          </a:lstStyle>
          <a:p>
            <a:pPr>
              <a:defRPr/>
            </a:pPr>
            <a:fld id="{8E978DDB-8E96-4DB2-8C14-28FF9F7399E6}" type="slidenum">
              <a:rPr lang="en-IE"/>
              <a:pPr>
                <a:defRPr/>
              </a:pPr>
              <a:t>‹#›</a:t>
            </a:fld>
            <a:endParaRPr lang="en-IE"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6" name="Slide Number Placeholder 5"/>
          <p:cNvSpPr>
            <a:spLocks noGrp="1"/>
          </p:cNvSpPr>
          <p:nvPr>
            <p:ph type="sldNum" sz="quarter" idx="12"/>
          </p:nvPr>
        </p:nvSpPr>
        <p:spPr/>
        <p:txBody>
          <a:bodyPr/>
          <a:lstStyle>
            <a:lvl1pPr>
              <a:defRPr/>
            </a:lvl1pPr>
          </a:lstStyle>
          <a:p>
            <a:pPr>
              <a:defRPr/>
            </a:pPr>
            <a:fld id="{6F37B5FB-2642-48F7-BDAC-64F1768F7B1F}" type="slidenum">
              <a:rPr lang="en-IE"/>
              <a:pPr>
                <a:defRPr/>
              </a:pPr>
              <a:t>‹#›</a:t>
            </a:fld>
            <a:endParaRPr lang="en-I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Slide Number Placeholder 5"/>
          <p:cNvSpPr>
            <a:spLocks noGrp="1"/>
          </p:cNvSpPr>
          <p:nvPr>
            <p:ph type="sldNum" sz="quarter" idx="10"/>
          </p:nvPr>
        </p:nvSpPr>
        <p:spPr/>
        <p:txBody>
          <a:bodyPr/>
          <a:lstStyle>
            <a:lvl1pPr>
              <a:defRPr/>
            </a:lvl1pPr>
          </a:lstStyle>
          <a:p>
            <a:pPr>
              <a:defRPr/>
            </a:pPr>
            <a:fld id="{D3281E1D-31C8-4BDE-8ED6-CD407A129044}" type="slidenum">
              <a:rPr lang="en-IE"/>
              <a:pPr>
                <a:defRPr/>
              </a:pPr>
              <a:t>‹#›</a:t>
            </a:fld>
            <a:endParaRPr lang="en-IE"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Slide Number Placeholder 5"/>
          <p:cNvSpPr>
            <a:spLocks noGrp="1"/>
          </p:cNvSpPr>
          <p:nvPr>
            <p:ph type="sldNum" sz="quarter" idx="10"/>
          </p:nvPr>
        </p:nvSpPr>
        <p:spPr/>
        <p:txBody>
          <a:bodyPr/>
          <a:lstStyle>
            <a:lvl1pPr>
              <a:defRPr/>
            </a:lvl1pPr>
          </a:lstStyle>
          <a:p>
            <a:pPr>
              <a:defRPr/>
            </a:pPr>
            <a:fld id="{1383B10E-0F2D-456E-A6C5-ABEC760B5FEE}" type="slidenum">
              <a:rPr lang="en-IE"/>
              <a:pPr>
                <a:defRPr/>
              </a:pPr>
              <a:t>‹#›</a:t>
            </a:fld>
            <a:endParaRPr lang="en-IE"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Slide Number Placeholder 5"/>
          <p:cNvSpPr>
            <a:spLocks noGrp="1"/>
          </p:cNvSpPr>
          <p:nvPr>
            <p:ph type="sldNum" sz="quarter" idx="10"/>
          </p:nvPr>
        </p:nvSpPr>
        <p:spPr/>
        <p:txBody>
          <a:bodyPr/>
          <a:lstStyle>
            <a:lvl1pPr>
              <a:defRPr/>
            </a:lvl1pPr>
          </a:lstStyle>
          <a:p>
            <a:pPr>
              <a:defRPr/>
            </a:pPr>
            <a:fld id="{0E2B34AF-0A0C-4B06-AF07-DCF028B85987}" type="slidenum">
              <a:rPr lang="en-IE"/>
              <a:pPr>
                <a:defRPr/>
              </a:pPr>
              <a:t>‹#›</a:t>
            </a:fld>
            <a:endParaRPr lang="en-IE"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p:txBody>
          <a:bodyPr/>
          <a:lstStyle>
            <a:lvl1pPr>
              <a:defRPr/>
            </a:lvl1pPr>
          </a:lstStyle>
          <a:p>
            <a:pPr>
              <a:defRPr/>
            </a:pPr>
            <a:fld id="{D91CED97-0F19-4EA5-951E-9254A908A87C}" type="slidenum">
              <a:rPr lang="en-IE"/>
              <a:pPr>
                <a:defRPr/>
              </a:pPr>
              <a:t>‹#›</a:t>
            </a:fld>
            <a:endParaRPr lang="en-IE"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p:cNvSpPr>
            <a:spLocks noGrp="1"/>
          </p:cNvSpPr>
          <p:nvPr>
            <p:ph type="sldNum" sz="quarter" idx="10"/>
          </p:nvPr>
        </p:nvSpPr>
        <p:spPr/>
        <p:txBody>
          <a:bodyPr/>
          <a:lstStyle>
            <a:lvl1pPr>
              <a:defRPr/>
            </a:lvl1pPr>
          </a:lstStyle>
          <a:p>
            <a:pPr>
              <a:defRPr/>
            </a:pPr>
            <a:fld id="{B3B1C59A-8D6D-445A-8651-08EDD062102A}" type="slidenum">
              <a:rPr lang="en-IE"/>
              <a:pPr>
                <a:defRPr/>
              </a:pPr>
              <a:t>‹#›</a:t>
            </a:fld>
            <a:endParaRPr lang="en-IE"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E"/>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E"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7" name="Slide Number Placeholder 6"/>
          <p:cNvSpPr>
            <a:spLocks noGrp="1"/>
          </p:cNvSpPr>
          <p:nvPr>
            <p:ph type="sldNum" sz="quarter" idx="12"/>
          </p:nvPr>
        </p:nvSpPr>
        <p:spPr/>
        <p:txBody>
          <a:bodyPr/>
          <a:lstStyle>
            <a:lvl1pPr>
              <a:defRPr/>
            </a:lvl1pPr>
          </a:lstStyle>
          <a:p>
            <a:pPr>
              <a:defRPr/>
            </a:pPr>
            <a:fld id="{90F1BCED-8D94-45EF-A610-3A53DC3D39DB}" type="slidenum">
              <a:rPr lang="en-IE"/>
              <a:pPr>
                <a:defRPr/>
              </a:pPr>
              <a:t>‹#›</a:t>
            </a:fld>
            <a:endParaRPr lang="en-I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6" name="Slide Number Placeholder 5"/>
          <p:cNvSpPr>
            <a:spLocks noGrp="1"/>
          </p:cNvSpPr>
          <p:nvPr>
            <p:ph type="sldNum" sz="quarter" idx="12"/>
          </p:nvPr>
        </p:nvSpPr>
        <p:spPr/>
        <p:txBody>
          <a:bodyPr/>
          <a:lstStyle>
            <a:lvl1pPr>
              <a:defRPr/>
            </a:lvl1pPr>
          </a:lstStyle>
          <a:p>
            <a:pPr>
              <a:defRPr/>
            </a:pPr>
            <a:fld id="{196CC426-4027-45AA-AA9D-874E74495604}" type="slidenum">
              <a:rPr lang="en-IE"/>
              <a:pPr>
                <a:defRPr/>
              </a:pPr>
              <a:t>‹#›</a:t>
            </a:fld>
            <a:endParaRPr lang="en-I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E"/>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6" name="Slide Number Placeholder 5"/>
          <p:cNvSpPr>
            <a:spLocks noGrp="1"/>
          </p:cNvSpPr>
          <p:nvPr>
            <p:ph type="sldNum" sz="quarter" idx="12"/>
          </p:nvPr>
        </p:nvSpPr>
        <p:spPr/>
        <p:txBody>
          <a:bodyPr/>
          <a:lstStyle>
            <a:lvl1pPr>
              <a:defRPr/>
            </a:lvl1pPr>
          </a:lstStyle>
          <a:p>
            <a:pPr>
              <a:defRPr/>
            </a:pPr>
            <a:fld id="{C8D66E8D-4372-4450-AF9F-1F3F69E871FC}" type="slidenum">
              <a:rPr lang="en-IE"/>
              <a:pPr>
                <a:defRPr/>
              </a:pPr>
              <a:t>‹#›</a:t>
            </a:fld>
            <a:endParaRPr lang="en-I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E"/>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E"/>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6" name="Slide Number Placeholder 5"/>
          <p:cNvSpPr>
            <a:spLocks noGrp="1"/>
          </p:cNvSpPr>
          <p:nvPr>
            <p:ph type="sldNum" sz="quarter" idx="12"/>
          </p:nvPr>
        </p:nvSpPr>
        <p:spPr/>
        <p:txBody>
          <a:bodyPr/>
          <a:lstStyle>
            <a:lvl1pPr>
              <a:defRPr/>
            </a:lvl1pPr>
          </a:lstStyle>
          <a:p>
            <a:pPr>
              <a:defRPr/>
            </a:pPr>
            <a:fld id="{41CF7FFA-D0E4-4688-B2F9-1175C1B7E3CC}" type="slidenum">
              <a:rPr lang="en-IE"/>
              <a:pPr>
                <a:defRPr/>
              </a:pPr>
              <a:t>‹#›</a:t>
            </a:fld>
            <a:endParaRPr lang="en-I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067550" cy="778098"/>
          </a:xfrm>
        </p:spPr>
        <p:txBody>
          <a:bodyPr/>
          <a:lstStyle/>
          <a:p>
            <a:r>
              <a:rPr lang="en-US" dirty="0"/>
              <a:t>Click to edit Master title style</a:t>
            </a:r>
            <a:endParaRPr lang="en-IE"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E" dirty="0"/>
          </a:p>
        </p:txBody>
      </p:sp>
      <p:sp>
        <p:nvSpPr>
          <p:cNvPr id="4" name="Slide Number Placeholder 5"/>
          <p:cNvSpPr>
            <a:spLocks noGrp="1"/>
          </p:cNvSpPr>
          <p:nvPr>
            <p:ph type="sldNum" sz="quarter" idx="10"/>
          </p:nvPr>
        </p:nvSpPr>
        <p:spPr>
          <a:xfrm>
            <a:off x="6975475" y="6453188"/>
            <a:ext cx="2133600" cy="365125"/>
          </a:xfrm>
        </p:spPr>
        <p:txBody>
          <a:bodyPr/>
          <a:lstStyle>
            <a:lvl1pPr>
              <a:defRPr>
                <a:solidFill>
                  <a:schemeClr val="tx1"/>
                </a:solidFill>
              </a:defRPr>
            </a:lvl1pPr>
          </a:lstStyle>
          <a:p>
            <a:pPr>
              <a:defRPr/>
            </a:pPr>
            <a:fld id="{84C9582D-2E31-434C-A6C1-A926DBB0B909}" type="slidenum">
              <a:rPr lang="en-IE"/>
              <a:pPr>
                <a:defRPr/>
              </a:pPr>
              <a:t>‹#›</a:t>
            </a:fld>
            <a:endParaRPr lang="en-IE"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6" name="Slide Number Placeholder 5"/>
          <p:cNvSpPr>
            <a:spLocks noGrp="1"/>
          </p:cNvSpPr>
          <p:nvPr>
            <p:ph type="sldNum" sz="quarter" idx="12"/>
          </p:nvPr>
        </p:nvSpPr>
        <p:spPr/>
        <p:txBody>
          <a:bodyPr/>
          <a:lstStyle>
            <a:lvl1pPr>
              <a:defRPr/>
            </a:lvl1pPr>
          </a:lstStyle>
          <a:p>
            <a:pPr>
              <a:defRPr/>
            </a:pPr>
            <a:fld id="{B8A3DDA3-2712-46ED-A771-5399145A3D01}" type="slidenum">
              <a:rPr lang="en-IE"/>
              <a:pPr>
                <a:defRPr/>
              </a:pPr>
              <a:t>‹#›</a:t>
            </a:fld>
            <a:endParaRPr lang="en-I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Slide Number Placeholder 5"/>
          <p:cNvSpPr>
            <a:spLocks noGrp="1"/>
          </p:cNvSpPr>
          <p:nvPr>
            <p:ph type="sldNum" sz="quarter" idx="10"/>
          </p:nvPr>
        </p:nvSpPr>
        <p:spPr/>
        <p:txBody>
          <a:bodyPr/>
          <a:lstStyle>
            <a:lvl1pPr>
              <a:defRPr/>
            </a:lvl1pPr>
          </a:lstStyle>
          <a:p>
            <a:pPr>
              <a:defRPr/>
            </a:pPr>
            <a:fld id="{D3F2DE8F-7AAD-415A-8ED8-734D637B39D2}" type="slidenum">
              <a:rPr lang="en-IE"/>
              <a:pPr>
                <a:defRPr/>
              </a:pPr>
              <a:t>‹#›</a:t>
            </a:fld>
            <a:endParaRPr lang="en-IE"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Slide Number Placeholder 5"/>
          <p:cNvSpPr>
            <a:spLocks noGrp="1"/>
          </p:cNvSpPr>
          <p:nvPr>
            <p:ph type="sldNum" sz="quarter" idx="10"/>
          </p:nvPr>
        </p:nvSpPr>
        <p:spPr/>
        <p:txBody>
          <a:bodyPr/>
          <a:lstStyle>
            <a:lvl1pPr>
              <a:defRPr/>
            </a:lvl1pPr>
          </a:lstStyle>
          <a:p>
            <a:pPr>
              <a:defRPr/>
            </a:pPr>
            <a:fld id="{EE10BDE4-987C-4FBC-B9CB-4D6602561EC5}" type="slidenum">
              <a:rPr lang="en-IE"/>
              <a:pPr>
                <a:defRPr/>
              </a:pPr>
              <a:t>‹#›</a:t>
            </a:fld>
            <a:endParaRPr lang="en-IE"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Slide Number Placeholder 5"/>
          <p:cNvSpPr>
            <a:spLocks noGrp="1"/>
          </p:cNvSpPr>
          <p:nvPr>
            <p:ph type="sldNum" sz="quarter" idx="10"/>
          </p:nvPr>
        </p:nvSpPr>
        <p:spPr/>
        <p:txBody>
          <a:bodyPr/>
          <a:lstStyle>
            <a:lvl1pPr>
              <a:defRPr/>
            </a:lvl1pPr>
          </a:lstStyle>
          <a:p>
            <a:pPr>
              <a:defRPr/>
            </a:pPr>
            <a:fld id="{DA15138E-20E5-4AEE-9593-4CED1FF3B4A2}" type="slidenum">
              <a:rPr lang="en-IE"/>
              <a:pPr>
                <a:defRPr/>
              </a:pPr>
              <a:t>‹#›</a:t>
            </a:fld>
            <a:endParaRPr lang="en-IE"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p:txBody>
          <a:bodyPr/>
          <a:lstStyle>
            <a:lvl1pPr>
              <a:defRPr/>
            </a:lvl1pPr>
          </a:lstStyle>
          <a:p>
            <a:pPr>
              <a:defRPr/>
            </a:pPr>
            <a:fld id="{18EED188-593D-4E5A-8309-224710DF2B50}" type="slidenum">
              <a:rPr lang="en-IE"/>
              <a:pPr>
                <a:defRPr/>
              </a:pPr>
              <a:t>‹#›</a:t>
            </a:fld>
            <a:endParaRPr lang="en-IE"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p:cNvSpPr>
            <a:spLocks noGrp="1"/>
          </p:cNvSpPr>
          <p:nvPr>
            <p:ph type="sldNum" sz="quarter" idx="10"/>
          </p:nvPr>
        </p:nvSpPr>
        <p:spPr/>
        <p:txBody>
          <a:bodyPr/>
          <a:lstStyle>
            <a:lvl1pPr>
              <a:defRPr/>
            </a:lvl1pPr>
          </a:lstStyle>
          <a:p>
            <a:pPr>
              <a:defRPr/>
            </a:pPr>
            <a:fld id="{36225A37-78AD-4AC2-8CFD-83FEBCE05026}" type="slidenum">
              <a:rPr lang="en-IE"/>
              <a:pPr>
                <a:defRPr/>
              </a:pPr>
              <a:t>‹#›</a:t>
            </a:fld>
            <a:endParaRPr lang="en-IE"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E"/>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E"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7" name="Slide Number Placeholder 6"/>
          <p:cNvSpPr>
            <a:spLocks noGrp="1"/>
          </p:cNvSpPr>
          <p:nvPr>
            <p:ph type="sldNum" sz="quarter" idx="12"/>
          </p:nvPr>
        </p:nvSpPr>
        <p:spPr/>
        <p:txBody>
          <a:bodyPr/>
          <a:lstStyle>
            <a:lvl1pPr>
              <a:defRPr/>
            </a:lvl1pPr>
          </a:lstStyle>
          <a:p>
            <a:pPr>
              <a:defRPr/>
            </a:pPr>
            <a:fld id="{19F633C3-D837-4105-940D-252BA81F6873}" type="slidenum">
              <a:rPr lang="en-IE"/>
              <a:pPr>
                <a:defRPr/>
              </a:pPr>
              <a:t>‹#›</a:t>
            </a:fld>
            <a:endParaRPr lang="en-I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6" name="Slide Number Placeholder 5"/>
          <p:cNvSpPr>
            <a:spLocks noGrp="1"/>
          </p:cNvSpPr>
          <p:nvPr>
            <p:ph type="sldNum" sz="quarter" idx="12"/>
          </p:nvPr>
        </p:nvSpPr>
        <p:spPr/>
        <p:txBody>
          <a:bodyPr/>
          <a:lstStyle>
            <a:lvl1pPr>
              <a:defRPr/>
            </a:lvl1pPr>
          </a:lstStyle>
          <a:p>
            <a:pPr>
              <a:defRPr/>
            </a:pPr>
            <a:fld id="{86A78F10-B8B1-474C-971B-7BA47E4F6CE2}" type="slidenum">
              <a:rPr lang="en-IE"/>
              <a:pPr>
                <a:defRPr/>
              </a:pPr>
              <a:t>‹#›</a:t>
            </a:fld>
            <a:endParaRPr lang="en-I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E"/>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Arial" charset="0"/>
              </a:defRPr>
            </a:lvl1pPr>
          </a:lstStyle>
          <a:p>
            <a:pPr>
              <a:defRPr/>
            </a:pPr>
            <a:endParaRPr lang="en-IE"/>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Arial" charset="0"/>
              </a:defRPr>
            </a:lvl1pPr>
          </a:lstStyle>
          <a:p>
            <a:pPr>
              <a:defRPr/>
            </a:pPr>
            <a:endParaRPr lang="en-IE"/>
          </a:p>
        </p:txBody>
      </p:sp>
      <p:sp>
        <p:nvSpPr>
          <p:cNvPr id="6" name="Slide Number Placeholder 5"/>
          <p:cNvSpPr>
            <a:spLocks noGrp="1"/>
          </p:cNvSpPr>
          <p:nvPr>
            <p:ph type="sldNum" sz="quarter" idx="12"/>
          </p:nvPr>
        </p:nvSpPr>
        <p:spPr/>
        <p:txBody>
          <a:bodyPr/>
          <a:lstStyle>
            <a:lvl1pPr>
              <a:defRPr/>
            </a:lvl1pPr>
          </a:lstStyle>
          <a:p>
            <a:pPr>
              <a:defRPr/>
            </a:pPr>
            <a:fld id="{15A31C60-EE3E-42C6-80FB-27B190A0464E}" type="slidenum">
              <a:rPr lang="en-IE"/>
              <a:pPr>
                <a:defRPr/>
              </a:pPr>
              <a:t>‹#›</a:t>
            </a:fld>
            <a:endParaRPr lang="en-I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06755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IE"/>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Slide Number Placeholder 5"/>
          <p:cNvSpPr>
            <a:spLocks noGrp="1"/>
          </p:cNvSpPr>
          <p:nvPr>
            <p:ph type="sldNum" sz="quarter" idx="4"/>
          </p:nvPr>
        </p:nvSpPr>
        <p:spPr>
          <a:xfrm>
            <a:off x="6948488" y="6519863"/>
            <a:ext cx="2133600" cy="338137"/>
          </a:xfrm>
          <a:prstGeom prst="rect">
            <a:avLst/>
          </a:prstGeom>
        </p:spPr>
        <p:txBody>
          <a:bodyPr vert="horz" lIns="91440" tIns="45720" rIns="91440" bIns="45720" rtlCol="0" anchor="ctr"/>
          <a:lstStyle>
            <a:lvl1pPr algn="r">
              <a:defRPr sz="1200">
                <a:solidFill>
                  <a:schemeClr val="tx1">
                    <a:tint val="75000"/>
                  </a:schemeClr>
                </a:solidFill>
                <a:latin typeface="Arial" charset="0"/>
              </a:defRPr>
            </a:lvl1pPr>
          </a:lstStyle>
          <a:p>
            <a:pPr>
              <a:defRPr/>
            </a:pPr>
            <a:fld id="{2E1222C4-AD1C-443F-91C8-5935F67D99D4}" type="slidenum">
              <a:rPr lang="en-IE"/>
              <a:pPr>
                <a:defRPr/>
              </a:pPr>
              <a:t>‹#›</a:t>
            </a:fld>
            <a:endParaRPr lang="en-IE" dirty="0"/>
          </a:p>
        </p:txBody>
      </p:sp>
      <p:cxnSp>
        <p:nvCxnSpPr>
          <p:cNvPr id="12" name="Straight Connector 11"/>
          <p:cNvCxnSpPr/>
          <p:nvPr userDrawn="1"/>
        </p:nvCxnSpPr>
        <p:spPr>
          <a:xfrm>
            <a:off x="0" y="1484313"/>
            <a:ext cx="9144000" cy="0"/>
          </a:xfrm>
          <a:prstGeom prst="line">
            <a:avLst/>
          </a:prstGeom>
          <a:ln w="444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Slide Number Placeholder 5"/>
          <p:cNvSpPr txBox="1">
            <a:spLocks/>
          </p:cNvSpPr>
          <p:nvPr userDrawn="1"/>
        </p:nvSpPr>
        <p:spPr>
          <a:xfrm>
            <a:off x="0" y="6519863"/>
            <a:ext cx="4211638" cy="338137"/>
          </a:xfrm>
          <a:prstGeom prst="rect">
            <a:avLst/>
          </a:prstGeom>
        </p:spPr>
        <p:txBody>
          <a:bodyPr anchor="ctr"/>
          <a:lstStyle/>
          <a:p>
            <a:pPr>
              <a:defRPr/>
            </a:pPr>
            <a:r>
              <a:rPr lang="en-IE" sz="1200" dirty="0">
                <a:solidFill>
                  <a:schemeClr val="tx1">
                    <a:tint val="75000"/>
                  </a:schemeClr>
                </a:solidFill>
                <a:latin typeface="Arial" charset="0"/>
              </a:rPr>
              <a:t>AI for Games</a:t>
            </a:r>
          </a:p>
        </p:txBody>
      </p:sp>
      <p:pic>
        <p:nvPicPr>
          <p:cNvPr id="8" name="Picture 6" descr="SETU logo">
            <a:extLst>
              <a:ext uri="{FF2B5EF4-FFF2-40B4-BE49-F238E27FC236}">
                <a16:creationId xmlns:a16="http://schemas.microsoft.com/office/drawing/2014/main" id="{44D898BD-B319-4163-A22F-120A30345A5C}"/>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718041" y="93003"/>
            <a:ext cx="1342293" cy="753135"/>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1" r:id="rId1"/>
    <p:sldLayoutId id="2147484142" r:id="rId2"/>
    <p:sldLayoutId id="2147484143" r:id="rId3"/>
    <p:sldLayoutId id="2147484131" r:id="rId4"/>
    <p:sldLayoutId id="2147484132" r:id="rId5"/>
    <p:sldLayoutId id="2147484133" r:id="rId6"/>
    <p:sldLayoutId id="2147484134" r:id="rId7"/>
    <p:sldLayoutId id="2147484135" r:id="rId8"/>
    <p:sldLayoutId id="2147484144" r:id="rId9"/>
    <p:sldLayoutId id="2147484145" r:id="rId10"/>
    <p:sldLayoutId id="2147484146"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7067550" cy="6334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IE"/>
          </a:p>
        </p:txBody>
      </p:sp>
      <p:sp>
        <p:nvSpPr>
          <p:cNvPr id="2051" name="Text Placeholder 2"/>
          <p:cNvSpPr>
            <a:spLocks noGrp="1"/>
          </p:cNvSpPr>
          <p:nvPr>
            <p:ph type="body" idx="1"/>
          </p:nvPr>
        </p:nvSpPr>
        <p:spPr bwMode="auto">
          <a:xfrm>
            <a:off x="457200" y="1125538"/>
            <a:ext cx="8229600" cy="50006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E" dirty="0"/>
          </a:p>
        </p:txBody>
      </p:sp>
      <p:sp>
        <p:nvSpPr>
          <p:cNvPr id="6" name="Slide Number Placeholder 5"/>
          <p:cNvSpPr>
            <a:spLocks noGrp="1"/>
          </p:cNvSpPr>
          <p:nvPr>
            <p:ph type="sldNum" sz="quarter" idx="4"/>
          </p:nvPr>
        </p:nvSpPr>
        <p:spPr>
          <a:xfrm>
            <a:off x="6948488" y="6519863"/>
            <a:ext cx="2133600" cy="338137"/>
          </a:xfrm>
          <a:prstGeom prst="rect">
            <a:avLst/>
          </a:prstGeom>
        </p:spPr>
        <p:txBody>
          <a:bodyPr vert="horz" lIns="91440" tIns="45720" rIns="91440" bIns="45720" rtlCol="0" anchor="ctr"/>
          <a:lstStyle>
            <a:lvl1pPr algn="r">
              <a:defRPr sz="1200">
                <a:solidFill>
                  <a:schemeClr val="tx1">
                    <a:tint val="75000"/>
                  </a:schemeClr>
                </a:solidFill>
                <a:latin typeface="Arial" charset="0"/>
              </a:defRPr>
            </a:lvl1pPr>
          </a:lstStyle>
          <a:p>
            <a:pPr>
              <a:defRPr/>
            </a:pPr>
            <a:fld id="{798A2B5B-F3F1-46D4-B91B-268967D35FC4}" type="slidenum">
              <a:rPr lang="en-IE"/>
              <a:pPr>
                <a:defRPr/>
              </a:pPr>
              <a:t>‹#›</a:t>
            </a:fld>
            <a:endParaRPr lang="en-IE" dirty="0"/>
          </a:p>
        </p:txBody>
      </p:sp>
      <p:cxnSp>
        <p:nvCxnSpPr>
          <p:cNvPr id="12" name="Straight Connector 11"/>
          <p:cNvCxnSpPr/>
          <p:nvPr userDrawn="1"/>
        </p:nvCxnSpPr>
        <p:spPr>
          <a:xfrm>
            <a:off x="0" y="981075"/>
            <a:ext cx="9144000" cy="0"/>
          </a:xfrm>
          <a:prstGeom prst="line">
            <a:avLst/>
          </a:prstGeom>
          <a:ln w="444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Slide Number Placeholder 5"/>
          <p:cNvSpPr txBox="1">
            <a:spLocks/>
          </p:cNvSpPr>
          <p:nvPr userDrawn="1"/>
        </p:nvSpPr>
        <p:spPr>
          <a:xfrm>
            <a:off x="0" y="6519863"/>
            <a:ext cx="4211638" cy="338137"/>
          </a:xfrm>
          <a:prstGeom prst="rect">
            <a:avLst/>
          </a:prstGeom>
        </p:spPr>
        <p:txBody>
          <a:bodyPr anchor="ctr"/>
          <a:lstStyle/>
          <a:p>
            <a:pPr>
              <a:defRPr/>
            </a:pPr>
            <a:r>
              <a:rPr lang="en-IE" sz="1200" dirty="0">
                <a:solidFill>
                  <a:schemeClr val="tx1">
                    <a:tint val="75000"/>
                  </a:schemeClr>
                </a:solidFill>
                <a:latin typeface="Arial" charset="0"/>
              </a:rPr>
              <a:t>AI for Games</a:t>
            </a:r>
          </a:p>
        </p:txBody>
      </p:sp>
      <p:pic>
        <p:nvPicPr>
          <p:cNvPr id="9" name="Picture 6" descr="SETU logo">
            <a:extLst>
              <a:ext uri="{FF2B5EF4-FFF2-40B4-BE49-F238E27FC236}">
                <a16:creationId xmlns:a16="http://schemas.microsoft.com/office/drawing/2014/main" id="{8F90A6EA-F26B-410C-A629-87E734F94D0B}"/>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718041" y="93003"/>
            <a:ext cx="1342293" cy="753135"/>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7" r:id="rId1"/>
    <p:sldLayoutId id="2147484148" r:id="rId2"/>
    <p:sldLayoutId id="2147484149" r:id="rId3"/>
    <p:sldLayoutId id="2147484136" r:id="rId4"/>
    <p:sldLayoutId id="2147484137" r:id="rId5"/>
    <p:sldLayoutId id="2147484138" r:id="rId6"/>
    <p:sldLayoutId id="2147484139" r:id="rId7"/>
    <p:sldLayoutId id="2147484140" r:id="rId8"/>
    <p:sldLayoutId id="2147484150" r:id="rId9"/>
    <p:sldLayoutId id="2147484151" r:id="rId10"/>
    <p:sldLayoutId id="2147484152"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ctr">
              <a:buNone/>
            </a:pPr>
            <a:endParaRPr lang="en-US" sz="4000" b="1" dirty="0">
              <a:solidFill>
                <a:schemeClr val="accent5">
                  <a:lumMod val="75000"/>
                </a:schemeClr>
              </a:solidFill>
              <a:ea typeface="Calibri" pitchFamily="34" charset="0"/>
              <a:cs typeface="Calibri" pitchFamily="34" charset="0"/>
            </a:endParaRPr>
          </a:p>
          <a:p>
            <a:pPr algn="ctr">
              <a:buNone/>
            </a:pPr>
            <a:endParaRPr lang="en-US" sz="4000" b="1" dirty="0">
              <a:solidFill>
                <a:schemeClr val="accent5">
                  <a:lumMod val="75000"/>
                </a:schemeClr>
              </a:solidFill>
              <a:ea typeface="Calibri" pitchFamily="34" charset="0"/>
              <a:cs typeface="Calibri" pitchFamily="34" charset="0"/>
            </a:endParaRPr>
          </a:p>
          <a:p>
            <a:pPr algn="ctr">
              <a:buNone/>
            </a:pPr>
            <a:r>
              <a:rPr lang="en-US" sz="4000" b="1" dirty="0">
                <a:solidFill>
                  <a:schemeClr val="accent5">
                    <a:lumMod val="75000"/>
                  </a:schemeClr>
                </a:solidFill>
                <a:ea typeface="Calibri" pitchFamily="34" charset="0"/>
                <a:cs typeface="Calibri" pitchFamily="34" charset="0"/>
              </a:rPr>
              <a:t>Algorithms for AI in Games</a:t>
            </a:r>
            <a:endParaRPr lang="en-US" sz="4000" dirty="0"/>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1</a:t>
            </a:fld>
            <a:endParaRPr lang="en-IE" dirty="0"/>
          </a:p>
        </p:txBody>
      </p:sp>
    </p:spTree>
    <p:extLst>
      <p:ext uri="{BB962C8B-B14F-4D97-AF65-F5344CB8AC3E}">
        <p14:creationId xmlns:p14="http://schemas.microsoft.com/office/powerpoint/2010/main" val="305852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idx="1"/>
          </p:nvPr>
        </p:nvSpPr>
        <p:spPr>
          <a:xfrm>
            <a:off x="467544" y="1484784"/>
            <a:ext cx="8228160" cy="4525920"/>
          </a:xfrm>
        </p:spPr>
        <p:txBody>
          <a:bodyPr/>
          <a:lstStyle/>
          <a:p>
            <a:r>
              <a:rPr lang="en-IE" sz="2000" b="1" dirty="0"/>
              <a:t>Prehistoric era </a:t>
            </a:r>
            <a:r>
              <a:rPr lang="en-IE" sz="2000" dirty="0"/>
              <a:t>(-1950): Philosophic questions, what produces thought?, cadaver v human, mechanical novelty gadgets, the war effort.</a:t>
            </a:r>
          </a:p>
          <a:p>
            <a:r>
              <a:rPr lang="en-IE" sz="2000" b="1" dirty="0"/>
              <a:t>Symbolic era </a:t>
            </a:r>
            <a:r>
              <a:rPr lang="en-IE" sz="2000" dirty="0"/>
              <a:t>(1950-1985): symbolic representations of </a:t>
            </a:r>
            <a:r>
              <a:rPr lang="en-IE" sz="2000" dirty="0">
                <a:solidFill>
                  <a:srgbClr val="FF0000"/>
                </a:solidFill>
              </a:rPr>
              <a:t>knowledge</a:t>
            </a:r>
            <a:r>
              <a:rPr lang="en-IE" sz="2000" dirty="0"/>
              <a:t> + reasoning (</a:t>
            </a:r>
            <a:r>
              <a:rPr lang="en-IE" sz="2000" dirty="0">
                <a:solidFill>
                  <a:srgbClr val="FF0000"/>
                </a:solidFill>
              </a:rPr>
              <a:t>search</a:t>
            </a:r>
            <a:r>
              <a:rPr lang="en-IE" sz="2000" dirty="0"/>
              <a:t>) algorithms working on symbols.</a:t>
            </a:r>
          </a:p>
          <a:p>
            <a:pPr lvl="1"/>
            <a:r>
              <a:rPr lang="en-IE" sz="1600" dirty="0"/>
              <a:t>Examples: expert systems, decision trees, state machines, path finding, steering.</a:t>
            </a:r>
          </a:p>
          <a:p>
            <a:r>
              <a:rPr lang="en-IE" sz="2000" b="1" dirty="0"/>
              <a:t>Natural era </a:t>
            </a:r>
            <a:r>
              <a:rPr lang="en-IE" sz="2000" dirty="0"/>
              <a:t>(1985-): techniques inspired by biological processes.</a:t>
            </a:r>
          </a:p>
          <a:p>
            <a:pPr lvl="1"/>
            <a:r>
              <a:rPr lang="en-IE" sz="1600" dirty="0"/>
              <a:t>Examples: neural networks, genetic algorithms, simulated annealing, ant colony optimization.</a:t>
            </a:r>
          </a:p>
          <a:p>
            <a:pPr lvl="1"/>
            <a:endParaRPr lang="en-IE" sz="2000" dirty="0"/>
          </a:p>
          <a:p>
            <a:r>
              <a:rPr lang="en-IE" sz="2000" dirty="0"/>
              <a:t>Natural techniques currently more fashionable, but not necessarily more successful than symbolic. Game AI techniques are often symbolic.</a:t>
            </a:r>
          </a:p>
          <a:p>
            <a:r>
              <a:rPr lang="en-IE" sz="2000" dirty="0"/>
              <a:t>No AI technique works for everything ("knowledge vs. search trade-off"). In games, simple is often better.</a:t>
            </a:r>
            <a:endParaRPr lang="en-IE" sz="2000" dirty="0">
              <a:latin typeface="Corbel" charset="0"/>
            </a:endParaRPr>
          </a:p>
        </p:txBody>
      </p:sp>
      <p:sp>
        <p:nvSpPr>
          <p:cNvPr id="5" name="Title 1"/>
          <p:cNvSpPr>
            <a:spLocks noGrp="1"/>
          </p:cNvSpPr>
          <p:nvPr>
            <p:ph type="title"/>
          </p:nvPr>
        </p:nvSpPr>
        <p:spPr>
          <a:xfrm>
            <a:off x="457200" y="274638"/>
            <a:ext cx="7067550" cy="778098"/>
          </a:xfrm>
        </p:spPr>
        <p:txBody>
          <a:bodyPr/>
          <a:lstStyle/>
          <a:p>
            <a:r>
              <a:rPr lang="en-US" sz="3600" b="1" dirty="0">
                <a:solidFill>
                  <a:schemeClr val="accent5">
                    <a:lumMod val="75000"/>
                  </a:schemeClr>
                </a:solidFill>
                <a:ea typeface="Calibri" pitchFamily="34" charset="0"/>
                <a:cs typeface="Calibri" pitchFamily="34" charset="0"/>
              </a:rPr>
              <a:t>AI History</a:t>
            </a:r>
          </a:p>
        </p:txBody>
      </p:sp>
      <p:sp>
        <p:nvSpPr>
          <p:cNvPr id="2" name="Slide Number Placeholder 1"/>
          <p:cNvSpPr>
            <a:spLocks noGrp="1"/>
          </p:cNvSpPr>
          <p:nvPr>
            <p:ph type="sldNum" sz="quarter" idx="10"/>
          </p:nvPr>
        </p:nvSpPr>
        <p:spPr/>
        <p:txBody>
          <a:bodyPr/>
          <a:lstStyle/>
          <a:p>
            <a:pPr>
              <a:defRPr/>
            </a:pPr>
            <a:fld id="{84C9582D-2E31-434C-A6C1-A926DBB0B909}" type="slidenum">
              <a:rPr lang="en-IE" smtClean="0"/>
              <a:pPr>
                <a:defRPr/>
              </a:pPr>
              <a:t>2</a:t>
            </a:fld>
            <a:endParaRPr lang="en-IE" dirty="0"/>
          </a:p>
        </p:txBody>
      </p:sp>
    </p:spTree>
    <p:extLst>
      <p:ext uri="{BB962C8B-B14F-4D97-AF65-F5344CB8AC3E}">
        <p14:creationId xmlns:p14="http://schemas.microsoft.com/office/powerpoint/2010/main" val="30402055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fade">
                                      <p:cBhvr>
                                        <p:cTn id="7" dur="500"/>
                                        <p:tgtEl>
                                          <p:spTgt spid="204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483">
                                            <p:txEl>
                                              <p:pRg st="1" end="1"/>
                                            </p:txEl>
                                          </p:spTgt>
                                        </p:tgtEl>
                                        <p:attrNameLst>
                                          <p:attrName>style.visibility</p:attrName>
                                        </p:attrNameLst>
                                      </p:cBhvr>
                                      <p:to>
                                        <p:strVal val="visible"/>
                                      </p:to>
                                    </p:set>
                                    <p:animEffect transition="in" filter="fade">
                                      <p:cBhvr>
                                        <p:cTn id="12" dur="500"/>
                                        <p:tgtEl>
                                          <p:spTgt spid="2048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animEffect transition="in" filter="fade">
                                      <p:cBhvr>
                                        <p:cTn id="15" dur="500"/>
                                        <p:tgtEl>
                                          <p:spTgt spid="2048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0483">
                                            <p:txEl>
                                              <p:pRg st="3" end="3"/>
                                            </p:txEl>
                                          </p:spTgt>
                                        </p:tgtEl>
                                        <p:attrNameLst>
                                          <p:attrName>style.visibility</p:attrName>
                                        </p:attrNameLst>
                                      </p:cBhvr>
                                      <p:to>
                                        <p:strVal val="visible"/>
                                      </p:to>
                                    </p:set>
                                    <p:animEffect transition="in" filter="fade">
                                      <p:cBhvr>
                                        <p:cTn id="20" dur="500"/>
                                        <p:tgtEl>
                                          <p:spTgt spid="2048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20483">
                                            <p:txEl>
                                              <p:pRg st="4" end="4"/>
                                            </p:txEl>
                                          </p:spTgt>
                                        </p:tgtEl>
                                        <p:attrNameLst>
                                          <p:attrName>style.visibility</p:attrName>
                                        </p:attrNameLst>
                                      </p:cBhvr>
                                      <p:to>
                                        <p:strVal val="visible"/>
                                      </p:to>
                                    </p:set>
                                    <p:animEffect transition="in" filter="fade">
                                      <p:cBhvr>
                                        <p:cTn id="23" dur="500"/>
                                        <p:tgtEl>
                                          <p:spTgt spid="2048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0483">
                                            <p:txEl>
                                              <p:pRg st="6" end="6"/>
                                            </p:txEl>
                                          </p:spTgt>
                                        </p:tgtEl>
                                        <p:attrNameLst>
                                          <p:attrName>style.visibility</p:attrName>
                                        </p:attrNameLst>
                                      </p:cBhvr>
                                      <p:to>
                                        <p:strVal val="visible"/>
                                      </p:to>
                                    </p:set>
                                    <p:animEffect transition="in" filter="fade">
                                      <p:cBhvr>
                                        <p:cTn id="28" dur="500"/>
                                        <p:tgtEl>
                                          <p:spTgt spid="20483">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0483">
                                            <p:txEl>
                                              <p:pRg st="7" end="7"/>
                                            </p:txEl>
                                          </p:spTgt>
                                        </p:tgtEl>
                                        <p:attrNameLst>
                                          <p:attrName>style.visibility</p:attrName>
                                        </p:attrNameLst>
                                      </p:cBhvr>
                                      <p:to>
                                        <p:strVal val="visible"/>
                                      </p:to>
                                    </p:set>
                                    <p:animEffect transition="in" filter="fade">
                                      <p:cBhvr>
                                        <p:cTn id="31" dur="500"/>
                                        <p:tgtEl>
                                          <p:spTgt spid="2048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idx="1"/>
          </p:nvPr>
        </p:nvSpPr>
        <p:spPr>
          <a:xfrm>
            <a:off x="467544" y="1351352"/>
            <a:ext cx="8228160" cy="4957968"/>
          </a:xfrm>
        </p:spPr>
        <p:txBody>
          <a:bodyPr/>
          <a:lstStyle/>
          <a:p>
            <a:r>
              <a:rPr lang="en-IE" sz="2400" dirty="0"/>
              <a:t>Pacman (1979) arguably the first game using AI </a:t>
            </a:r>
          </a:p>
          <a:p>
            <a:pPr lvl="1"/>
            <a:r>
              <a:rPr lang="en-IE" sz="1800" dirty="0"/>
              <a:t>Opponent controllers, enemy characters, computer controlled char. </a:t>
            </a:r>
          </a:p>
          <a:p>
            <a:pPr lvl="1"/>
            <a:r>
              <a:rPr lang="en-IE" sz="1800" dirty="0"/>
              <a:t>Used a finite state machine </a:t>
            </a:r>
          </a:p>
          <a:p>
            <a:r>
              <a:rPr lang="en-IE" sz="2400" dirty="0"/>
              <a:t>Karate Champ (1984)</a:t>
            </a:r>
          </a:p>
          <a:p>
            <a:pPr lvl="1"/>
            <a:r>
              <a:rPr lang="en-IE" sz="1800" dirty="0"/>
              <a:t>Computer controlled opponent</a:t>
            </a:r>
          </a:p>
          <a:p>
            <a:pPr lvl="1"/>
            <a:r>
              <a:rPr lang="en-IE" sz="1800" dirty="0"/>
              <a:t>Used a finite state machine </a:t>
            </a:r>
          </a:p>
          <a:p>
            <a:r>
              <a:rPr lang="en-IE" sz="2400" dirty="0"/>
              <a:t>Warcraft 1994 (ms-dos)</a:t>
            </a:r>
          </a:p>
          <a:p>
            <a:pPr lvl="1"/>
            <a:r>
              <a:rPr lang="en-IE" sz="1800" dirty="0"/>
              <a:t>Path finding, robust formation motion, emotional models, personality </a:t>
            </a:r>
          </a:p>
          <a:p>
            <a:r>
              <a:rPr lang="en-IE" sz="2400" dirty="0"/>
              <a:t>Colin McRae Rally 2000, The Sims 2000, Creatures 1997 </a:t>
            </a:r>
          </a:p>
          <a:p>
            <a:pPr lvl="1"/>
            <a:r>
              <a:rPr lang="en-IE" sz="1800" dirty="0"/>
              <a:t>Neural network brain for NPCs (learning)</a:t>
            </a:r>
          </a:p>
          <a:p>
            <a:r>
              <a:rPr lang="en-IE" sz="2400" dirty="0"/>
              <a:t>FPS</a:t>
            </a:r>
          </a:p>
          <a:p>
            <a:pPr lvl="1">
              <a:buFontTx/>
              <a:buChar char="-"/>
            </a:pPr>
            <a:r>
              <a:rPr lang="en-IE" sz="1800" dirty="0"/>
              <a:t>Half-Life, Wolfenstein, Doom, </a:t>
            </a:r>
            <a:r>
              <a:rPr lang="en-IE" sz="1800" dirty="0" err="1"/>
              <a:t>Fortnite</a:t>
            </a:r>
            <a:r>
              <a:rPr lang="en-IE" sz="1800" dirty="0"/>
              <a:t> …</a:t>
            </a:r>
          </a:p>
          <a:p>
            <a:pPr>
              <a:buFontTx/>
              <a:buChar char="-"/>
            </a:pPr>
            <a:endParaRPr lang="en-IE" sz="2200" dirty="0"/>
          </a:p>
        </p:txBody>
      </p:sp>
      <p:sp>
        <p:nvSpPr>
          <p:cNvPr id="5" name="Title 1"/>
          <p:cNvSpPr>
            <a:spLocks noGrp="1"/>
          </p:cNvSpPr>
          <p:nvPr>
            <p:ph type="title"/>
          </p:nvPr>
        </p:nvSpPr>
        <p:spPr>
          <a:xfrm>
            <a:off x="457200" y="274638"/>
            <a:ext cx="7067550" cy="778098"/>
          </a:xfrm>
        </p:spPr>
        <p:txBody>
          <a:bodyPr/>
          <a:lstStyle/>
          <a:p>
            <a:r>
              <a:rPr lang="en-US" sz="3600" b="1" dirty="0">
                <a:solidFill>
                  <a:schemeClr val="accent5">
                    <a:lumMod val="75000"/>
                  </a:schemeClr>
                </a:solidFill>
                <a:ea typeface="Calibri" pitchFamily="34" charset="0"/>
                <a:cs typeface="Calibri" pitchFamily="34" charset="0"/>
              </a:rPr>
              <a:t>AI in Games</a:t>
            </a:r>
          </a:p>
        </p:txBody>
      </p:sp>
      <p:sp>
        <p:nvSpPr>
          <p:cNvPr id="2" name="Slide Number Placeholder 1"/>
          <p:cNvSpPr>
            <a:spLocks noGrp="1"/>
          </p:cNvSpPr>
          <p:nvPr>
            <p:ph type="sldNum" sz="quarter" idx="10"/>
          </p:nvPr>
        </p:nvSpPr>
        <p:spPr/>
        <p:txBody>
          <a:bodyPr/>
          <a:lstStyle/>
          <a:p>
            <a:pPr>
              <a:defRPr/>
            </a:pPr>
            <a:fld id="{84C9582D-2E31-434C-A6C1-A926DBB0B909}" type="slidenum">
              <a:rPr lang="en-IE" smtClean="0"/>
              <a:pPr>
                <a:defRPr/>
              </a:pPr>
              <a:t>3</a:t>
            </a:fld>
            <a:endParaRPr lang="en-IE" dirty="0"/>
          </a:p>
        </p:txBody>
      </p:sp>
      <p:pic>
        <p:nvPicPr>
          <p:cNvPr id="4100" name="Picture 4" descr="Posted Image"/>
          <p:cNvPicPr>
            <a:picLocks noChangeAspect="1" noChangeArrowheads="1"/>
          </p:cNvPicPr>
          <p:nvPr/>
        </p:nvPicPr>
        <p:blipFill>
          <a:blip r:embed="rId3" cstate="print"/>
          <a:srcRect/>
          <a:stretch>
            <a:fillRect/>
          </a:stretch>
        </p:blipFill>
        <p:spPr bwMode="auto">
          <a:xfrm>
            <a:off x="7884368" y="1268760"/>
            <a:ext cx="611560" cy="611560"/>
          </a:xfrm>
          <a:prstGeom prst="rect">
            <a:avLst/>
          </a:prstGeom>
          <a:noFill/>
        </p:spPr>
      </p:pic>
      <p:pic>
        <p:nvPicPr>
          <p:cNvPr id="1026" name="Picture 2" descr="Arcade Game: Karate Champ (1984 Data East) - YouTube">
            <a:extLst>
              <a:ext uri="{FF2B5EF4-FFF2-40B4-BE49-F238E27FC236}">
                <a16:creationId xmlns:a16="http://schemas.microsoft.com/office/drawing/2014/main" id="{96557B03-3238-413B-B97B-286FCDD6B3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1296" y="2276872"/>
            <a:ext cx="1901957" cy="1426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02055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idx="1"/>
          </p:nvPr>
        </p:nvSpPr>
        <p:spPr>
          <a:xfrm>
            <a:off x="467544" y="1351352"/>
            <a:ext cx="8228160" cy="4957968"/>
          </a:xfrm>
        </p:spPr>
        <p:txBody>
          <a:bodyPr/>
          <a:lstStyle/>
          <a:p>
            <a:r>
              <a:rPr lang="en-IE" sz="2800" dirty="0"/>
              <a:t>Present: </a:t>
            </a:r>
          </a:p>
          <a:p>
            <a:pPr lvl="1"/>
            <a:r>
              <a:rPr lang="en-IE" sz="2000" dirty="0"/>
              <a:t>Simple AI </a:t>
            </a:r>
          </a:p>
          <a:p>
            <a:pPr lvl="1"/>
            <a:r>
              <a:rPr lang="en-IE" sz="2000" dirty="0"/>
              <a:t>Bots in first person games and simulators, advanced AI </a:t>
            </a:r>
          </a:p>
          <a:p>
            <a:pPr lvl="1"/>
            <a:r>
              <a:rPr lang="en-IE" sz="2000" dirty="0"/>
              <a:t>Real-time strategy (RTS) games, advanced AI </a:t>
            </a:r>
          </a:p>
          <a:p>
            <a:pPr lvl="1"/>
            <a:r>
              <a:rPr lang="en-IE" sz="2000" dirty="0"/>
              <a:t>Sport and driving games still pose challenges (dynamic path finding) </a:t>
            </a:r>
          </a:p>
          <a:p>
            <a:pPr lvl="1"/>
            <a:r>
              <a:rPr lang="en-IE" sz="2000" dirty="0"/>
              <a:t>Role-playing games (RPG) conversation still challenging but LLMs could be the answer</a:t>
            </a:r>
          </a:p>
          <a:p>
            <a:pPr lvl="1"/>
            <a:r>
              <a:rPr lang="en-IE" sz="2000" dirty="0"/>
              <a:t>Content Generation</a:t>
            </a:r>
          </a:p>
        </p:txBody>
      </p:sp>
      <p:sp>
        <p:nvSpPr>
          <p:cNvPr id="5" name="Title 1"/>
          <p:cNvSpPr>
            <a:spLocks noGrp="1"/>
          </p:cNvSpPr>
          <p:nvPr>
            <p:ph type="title"/>
          </p:nvPr>
        </p:nvSpPr>
        <p:spPr>
          <a:xfrm>
            <a:off x="457200" y="274638"/>
            <a:ext cx="7067550" cy="778098"/>
          </a:xfrm>
        </p:spPr>
        <p:txBody>
          <a:bodyPr/>
          <a:lstStyle/>
          <a:p>
            <a:r>
              <a:rPr lang="en-US" sz="3600" b="1" dirty="0">
                <a:solidFill>
                  <a:schemeClr val="accent5">
                    <a:lumMod val="75000"/>
                  </a:schemeClr>
                </a:solidFill>
                <a:ea typeface="Calibri" pitchFamily="34" charset="0"/>
                <a:cs typeface="Calibri" pitchFamily="34" charset="0"/>
              </a:rPr>
              <a:t>AI in Games</a:t>
            </a:r>
          </a:p>
        </p:txBody>
      </p:sp>
      <p:sp>
        <p:nvSpPr>
          <p:cNvPr id="2" name="Slide Number Placeholder 1"/>
          <p:cNvSpPr>
            <a:spLocks noGrp="1"/>
          </p:cNvSpPr>
          <p:nvPr>
            <p:ph type="sldNum" sz="quarter" idx="10"/>
          </p:nvPr>
        </p:nvSpPr>
        <p:spPr/>
        <p:txBody>
          <a:bodyPr/>
          <a:lstStyle/>
          <a:p>
            <a:pPr>
              <a:defRPr/>
            </a:pPr>
            <a:fld id="{84C9582D-2E31-434C-A6C1-A926DBB0B909}" type="slidenum">
              <a:rPr lang="en-IE" smtClean="0"/>
              <a:pPr>
                <a:defRPr/>
              </a:pPr>
              <a:t>4</a:t>
            </a:fld>
            <a:endParaRPr lang="en-IE" dirty="0"/>
          </a:p>
        </p:txBody>
      </p:sp>
    </p:spTree>
    <p:extLst>
      <p:ext uri="{BB962C8B-B14F-4D97-AF65-F5344CB8AC3E}">
        <p14:creationId xmlns:p14="http://schemas.microsoft.com/office/powerpoint/2010/main" val="356224410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idx="1"/>
          </p:nvPr>
        </p:nvSpPr>
        <p:spPr>
          <a:xfrm>
            <a:off x="467544" y="1484784"/>
            <a:ext cx="8228160" cy="4525920"/>
          </a:xfrm>
        </p:spPr>
        <p:txBody>
          <a:bodyPr/>
          <a:lstStyle/>
          <a:p>
            <a:r>
              <a:rPr lang="en-IE" sz="2000" dirty="0"/>
              <a:t>Actions: </a:t>
            </a:r>
          </a:p>
          <a:p>
            <a:pPr lvl="1"/>
            <a:r>
              <a:rPr lang="en-IE" sz="1600" dirty="0"/>
              <a:t>attacking, standing still, hiding, exploring, patrolling, ... </a:t>
            </a:r>
          </a:p>
          <a:p>
            <a:r>
              <a:rPr lang="en-IE" sz="2000" dirty="0"/>
              <a:t>Movement: </a:t>
            </a:r>
          </a:p>
          <a:p>
            <a:pPr lvl="1"/>
            <a:r>
              <a:rPr lang="en-IE" sz="1600" dirty="0"/>
              <a:t>going to the player before the attack </a:t>
            </a:r>
          </a:p>
          <a:p>
            <a:pPr lvl="1"/>
            <a:r>
              <a:rPr lang="en-IE" sz="1600" dirty="0"/>
              <a:t>avoiding obstacles on the way </a:t>
            </a:r>
          </a:p>
          <a:p>
            <a:pPr lvl="1"/>
            <a:r>
              <a:rPr lang="en-IE" sz="1600" dirty="0"/>
              <a:t>a lot done by animation but still need to decide what to do. e.g.: eating animation </a:t>
            </a:r>
          </a:p>
          <a:p>
            <a:r>
              <a:rPr lang="en-IE" sz="2000" dirty="0"/>
              <a:t>Decision making: </a:t>
            </a:r>
          </a:p>
          <a:p>
            <a:pPr lvl="1"/>
            <a:r>
              <a:rPr lang="en-IE" sz="1800" dirty="0"/>
              <a:t>deciding which action at each moment of the game </a:t>
            </a:r>
          </a:p>
          <a:p>
            <a:pPr lvl="1"/>
            <a:r>
              <a:rPr lang="en-IE" sz="1800" dirty="0"/>
              <a:t>then movement AI + animation technology</a:t>
            </a:r>
          </a:p>
          <a:p>
            <a:r>
              <a:rPr lang="en-IE" sz="2000" dirty="0"/>
              <a:t>Strategy: </a:t>
            </a:r>
          </a:p>
          <a:p>
            <a:pPr lvl="1"/>
            <a:r>
              <a:rPr lang="en-IE" sz="1600" dirty="0"/>
              <a:t>coordinate a team while still leaving to each individual its own decision making and movement </a:t>
            </a:r>
          </a:p>
          <a:p>
            <a:r>
              <a:rPr lang="en-IE" sz="2000" dirty="0">
                <a:latin typeface="Corbel" charset="0"/>
              </a:rPr>
              <a:t>Content Generation:</a:t>
            </a:r>
          </a:p>
          <a:p>
            <a:pPr lvl="1"/>
            <a:r>
              <a:rPr lang="en-IE" sz="1600" dirty="0"/>
              <a:t>Relatively new. Procedural content generation </a:t>
            </a:r>
            <a:r>
              <a:rPr lang="en-US" sz="1600" dirty="0"/>
              <a:t>in real-time can make games more immersive, challenging, and enjoyable for players</a:t>
            </a:r>
            <a:endParaRPr lang="en-IE" sz="1600" dirty="0"/>
          </a:p>
        </p:txBody>
      </p:sp>
      <p:sp>
        <p:nvSpPr>
          <p:cNvPr id="5" name="Title 1"/>
          <p:cNvSpPr>
            <a:spLocks noGrp="1"/>
          </p:cNvSpPr>
          <p:nvPr>
            <p:ph type="title"/>
          </p:nvPr>
        </p:nvSpPr>
        <p:spPr>
          <a:xfrm>
            <a:off x="457200" y="274638"/>
            <a:ext cx="7067550" cy="778098"/>
          </a:xfrm>
        </p:spPr>
        <p:txBody>
          <a:bodyPr/>
          <a:lstStyle/>
          <a:p>
            <a:r>
              <a:rPr lang="en-US" sz="3600" b="1" dirty="0">
                <a:solidFill>
                  <a:schemeClr val="accent5">
                    <a:lumMod val="75000"/>
                  </a:schemeClr>
                </a:solidFill>
                <a:ea typeface="Calibri" pitchFamily="34" charset="0"/>
                <a:cs typeface="Calibri" pitchFamily="34" charset="0"/>
              </a:rPr>
              <a:t>AI in Games</a:t>
            </a:r>
          </a:p>
        </p:txBody>
      </p:sp>
      <p:sp>
        <p:nvSpPr>
          <p:cNvPr id="2" name="Slide Number Placeholder 1"/>
          <p:cNvSpPr>
            <a:spLocks noGrp="1"/>
          </p:cNvSpPr>
          <p:nvPr>
            <p:ph type="sldNum" sz="quarter" idx="10"/>
          </p:nvPr>
        </p:nvSpPr>
        <p:spPr/>
        <p:txBody>
          <a:bodyPr/>
          <a:lstStyle/>
          <a:p>
            <a:pPr>
              <a:defRPr/>
            </a:pPr>
            <a:fld id="{84C9582D-2E31-434C-A6C1-A926DBB0B909}" type="slidenum">
              <a:rPr lang="en-IE" smtClean="0"/>
              <a:pPr>
                <a:defRPr/>
              </a:pPr>
              <a:t>5</a:t>
            </a:fld>
            <a:endParaRPr lang="en-IE" dirty="0"/>
          </a:p>
        </p:txBody>
      </p:sp>
    </p:spTree>
    <p:extLst>
      <p:ext uri="{BB962C8B-B14F-4D97-AF65-F5344CB8AC3E}">
        <p14:creationId xmlns:p14="http://schemas.microsoft.com/office/powerpoint/2010/main" val="30402055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idx="1"/>
          </p:nvPr>
        </p:nvSpPr>
        <p:spPr>
          <a:xfrm>
            <a:off x="467544" y="1196752"/>
            <a:ext cx="8228160" cy="4896544"/>
          </a:xfrm>
        </p:spPr>
        <p:txBody>
          <a:bodyPr/>
          <a:lstStyle/>
          <a:p>
            <a:pPr>
              <a:buNone/>
            </a:pPr>
            <a:r>
              <a:rPr lang="en-IE" sz="2400" dirty="0"/>
              <a:t>Not all games have or need all areas</a:t>
            </a:r>
          </a:p>
          <a:p>
            <a:pPr>
              <a:buNone/>
            </a:pPr>
            <a:r>
              <a:rPr lang="en-IE" sz="2400" dirty="0"/>
              <a:t>	(e.g. chess vs. platform game)</a:t>
            </a:r>
          </a:p>
          <a:p>
            <a:pPr>
              <a:buNone/>
            </a:pPr>
            <a:endParaRPr lang="en-IE" sz="2400" dirty="0"/>
          </a:p>
          <a:p>
            <a:pPr>
              <a:buNone/>
            </a:pPr>
            <a:r>
              <a:rPr lang="en-IE" sz="2400" dirty="0"/>
              <a:t>Associated issues:</a:t>
            </a:r>
          </a:p>
          <a:p>
            <a:r>
              <a:rPr lang="en-IE" sz="2400" dirty="0" err="1"/>
              <a:t>Gameworld</a:t>
            </a:r>
            <a:r>
              <a:rPr lang="en-IE" sz="2400" dirty="0"/>
              <a:t> interface (input to AI)</a:t>
            </a:r>
          </a:p>
          <a:p>
            <a:r>
              <a:rPr lang="en-IE" sz="2400" dirty="0"/>
              <a:t>Execution/scheduling of AI</a:t>
            </a:r>
          </a:p>
          <a:p>
            <a:r>
              <a:rPr lang="en-IE" sz="2400" dirty="0"/>
              <a:t>Scripting, content creation</a:t>
            </a:r>
          </a:p>
          <a:p>
            <a:r>
              <a:rPr lang="en-IE" sz="2400" dirty="0"/>
              <a:t>Animation (!= movement) and Physics </a:t>
            </a:r>
            <a:endParaRPr lang="en-IE" sz="1800" dirty="0">
              <a:latin typeface="Corbel" charset="0"/>
            </a:endParaRPr>
          </a:p>
        </p:txBody>
      </p:sp>
      <p:sp>
        <p:nvSpPr>
          <p:cNvPr id="5" name="Title 1"/>
          <p:cNvSpPr>
            <a:spLocks noGrp="1"/>
          </p:cNvSpPr>
          <p:nvPr>
            <p:ph type="title"/>
          </p:nvPr>
        </p:nvSpPr>
        <p:spPr>
          <a:xfrm>
            <a:off x="457200" y="274638"/>
            <a:ext cx="7067550" cy="778098"/>
          </a:xfrm>
        </p:spPr>
        <p:txBody>
          <a:bodyPr/>
          <a:lstStyle/>
          <a:p>
            <a:r>
              <a:rPr lang="en-US" sz="3600" b="1" dirty="0">
                <a:solidFill>
                  <a:schemeClr val="accent5">
                    <a:lumMod val="75000"/>
                  </a:schemeClr>
                </a:solidFill>
                <a:ea typeface="Calibri" pitchFamily="34" charset="0"/>
                <a:cs typeface="Calibri" pitchFamily="34" charset="0"/>
              </a:rPr>
              <a:t>The need for AI in Games</a:t>
            </a:r>
          </a:p>
        </p:txBody>
      </p:sp>
      <p:sp>
        <p:nvSpPr>
          <p:cNvPr id="2" name="Slide Number Placeholder 1"/>
          <p:cNvSpPr>
            <a:spLocks noGrp="1"/>
          </p:cNvSpPr>
          <p:nvPr>
            <p:ph type="sldNum" sz="quarter" idx="10"/>
          </p:nvPr>
        </p:nvSpPr>
        <p:spPr/>
        <p:txBody>
          <a:bodyPr/>
          <a:lstStyle/>
          <a:p>
            <a:pPr>
              <a:defRPr/>
            </a:pPr>
            <a:fld id="{84C9582D-2E31-434C-A6C1-A926DBB0B909}" type="slidenum">
              <a:rPr lang="en-IE" smtClean="0"/>
              <a:pPr>
                <a:defRPr/>
              </a:pPr>
              <a:t>6</a:t>
            </a:fld>
            <a:endParaRPr lang="en-IE" dirty="0"/>
          </a:p>
        </p:txBody>
      </p:sp>
    </p:spTree>
    <p:extLst>
      <p:ext uri="{BB962C8B-B14F-4D97-AF65-F5344CB8AC3E}">
        <p14:creationId xmlns:p14="http://schemas.microsoft.com/office/powerpoint/2010/main" val="30402055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457200" y="274638"/>
            <a:ext cx="7067550" cy="778098"/>
          </a:xfrm>
        </p:spPr>
        <p:txBody>
          <a:bodyPr/>
          <a:lstStyle/>
          <a:p>
            <a:r>
              <a:rPr lang="en-US" sz="3600" b="1" dirty="0">
                <a:solidFill>
                  <a:schemeClr val="accent5">
                    <a:lumMod val="75000"/>
                  </a:schemeClr>
                </a:solidFill>
                <a:ea typeface="Calibri" pitchFamily="34" charset="0"/>
                <a:cs typeface="Calibri" pitchFamily="34" charset="0"/>
              </a:rPr>
              <a:t>Millington’s Framework</a:t>
            </a:r>
          </a:p>
        </p:txBody>
      </p:sp>
      <p:sp>
        <p:nvSpPr>
          <p:cNvPr id="2" name="Slide Number Placeholder 1"/>
          <p:cNvSpPr>
            <a:spLocks noGrp="1"/>
          </p:cNvSpPr>
          <p:nvPr>
            <p:ph type="sldNum" sz="quarter" idx="10"/>
          </p:nvPr>
        </p:nvSpPr>
        <p:spPr/>
        <p:txBody>
          <a:bodyPr/>
          <a:lstStyle/>
          <a:p>
            <a:pPr>
              <a:defRPr/>
            </a:pPr>
            <a:fld id="{84C9582D-2E31-434C-A6C1-A926DBB0B909}" type="slidenum">
              <a:rPr lang="en-IE" smtClean="0"/>
              <a:pPr>
                <a:defRPr/>
              </a:pPr>
              <a:t>7</a:t>
            </a:fld>
            <a:endParaRPr lang="en-IE" dirty="0"/>
          </a:p>
        </p:txBody>
      </p:sp>
      <p:pic>
        <p:nvPicPr>
          <p:cNvPr id="6" name="Picture 1">
            <a:extLst>
              <a:ext uri="{FF2B5EF4-FFF2-40B4-BE49-F238E27FC236}">
                <a16:creationId xmlns:a16="http://schemas.microsoft.com/office/drawing/2014/main" id="{2A60CD87-5079-4785-B0E4-09FA134FDB12}"/>
              </a:ext>
            </a:extLst>
          </p:cNvPr>
          <p:cNvPicPr>
            <a:picLocks noGrp="1" noChangeAspect="1" noChangeArrowheads="1"/>
          </p:cNvPicPr>
          <p:nvPr>
            <p:ph idx="1"/>
          </p:nvPr>
        </p:nvPicPr>
        <p:blipFill>
          <a:blip r:embed="rId3" cstate="print"/>
          <a:srcRect/>
          <a:stretch>
            <a:fillRect/>
          </a:stretch>
        </p:blipFill>
        <p:spPr bwMode="auto">
          <a:xfrm>
            <a:off x="2700052" y="1597208"/>
            <a:ext cx="3743895" cy="3559984"/>
          </a:xfrm>
          <a:prstGeom prst="rect">
            <a:avLst/>
          </a:prstGeom>
          <a:noFill/>
          <a:ln w="9525">
            <a:noFill/>
            <a:miter lim="800000"/>
            <a:headEnd/>
            <a:tailEnd/>
          </a:ln>
        </p:spPr>
      </p:pic>
      <p:sp>
        <p:nvSpPr>
          <p:cNvPr id="7" name="Rectangle 2">
            <a:extLst>
              <a:ext uri="{FF2B5EF4-FFF2-40B4-BE49-F238E27FC236}">
                <a16:creationId xmlns:a16="http://schemas.microsoft.com/office/drawing/2014/main" id="{F45630DD-4797-47A5-8791-FCE5C9DE506E}"/>
              </a:ext>
            </a:extLst>
          </p:cNvPr>
          <p:cNvSpPr txBox="1">
            <a:spLocks noChangeArrowheads="1"/>
          </p:cNvSpPr>
          <p:nvPr/>
        </p:nvSpPr>
        <p:spPr bwMode="auto">
          <a:xfrm>
            <a:off x="467544" y="5517232"/>
            <a:ext cx="8228160" cy="5760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Arial" pitchFamily="34" charset="0"/>
              <a:buNone/>
            </a:pPr>
            <a:r>
              <a:rPr lang="en-IE" sz="2400" dirty="0"/>
              <a:t>What’s missing?</a:t>
            </a:r>
            <a:endParaRPr lang="en-IE" sz="1800" dirty="0">
              <a:latin typeface="Corbel" charset="0"/>
            </a:endParaRPr>
          </a:p>
        </p:txBody>
      </p:sp>
    </p:spTree>
    <p:extLst>
      <p:ext uri="{BB962C8B-B14F-4D97-AF65-F5344CB8AC3E}">
        <p14:creationId xmlns:p14="http://schemas.microsoft.com/office/powerpoint/2010/main" val="65681952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idx="1"/>
          </p:nvPr>
        </p:nvSpPr>
        <p:spPr>
          <a:xfrm>
            <a:off x="467544" y="1484784"/>
            <a:ext cx="8228160" cy="4896544"/>
          </a:xfrm>
        </p:spPr>
        <p:txBody>
          <a:bodyPr/>
          <a:lstStyle/>
          <a:p>
            <a:pPr>
              <a:buNone/>
            </a:pPr>
            <a:r>
              <a:rPr lang="en-IE" sz="2400" b="1" dirty="0"/>
              <a:t>Fallacy</a:t>
            </a:r>
            <a:r>
              <a:rPr lang="en-IE" sz="2400" dirty="0"/>
              <a:t>: More complex AI gives more convincing behaviour.</a:t>
            </a:r>
          </a:p>
          <a:p>
            <a:pPr>
              <a:buNone/>
            </a:pPr>
            <a:endParaRPr lang="en-IE" sz="2400" dirty="0"/>
          </a:p>
          <a:p>
            <a:pPr marL="0" indent="0">
              <a:buNone/>
            </a:pPr>
            <a:r>
              <a:rPr lang="en-IE" sz="2400" dirty="0"/>
              <a:t>Often, the right simple technique (or combination of simple techniques) looks good.</a:t>
            </a:r>
          </a:p>
          <a:p>
            <a:pPr marL="0" indent="0">
              <a:buNone/>
            </a:pPr>
            <a:endParaRPr lang="en-IE" sz="2400" dirty="0"/>
          </a:p>
          <a:p>
            <a:pPr>
              <a:buNone/>
            </a:pPr>
            <a:r>
              <a:rPr lang="en-IE" sz="2400" dirty="0"/>
              <a:t>Complex, intricate techniques often look bad.</a:t>
            </a:r>
          </a:p>
          <a:p>
            <a:pPr marL="179388" indent="-179388">
              <a:buNone/>
            </a:pPr>
            <a:endParaRPr lang="en-IE" sz="2400" dirty="0"/>
          </a:p>
          <a:p>
            <a:pPr marL="179388" indent="-179388">
              <a:buNone/>
            </a:pPr>
            <a:r>
              <a:rPr lang="en-IE" sz="2400" dirty="0"/>
              <a:t>“</a:t>
            </a:r>
            <a:r>
              <a:rPr lang="en-IE" sz="2400" dirty="0">
                <a:solidFill>
                  <a:srgbClr val="FF0000"/>
                </a:solidFill>
              </a:rPr>
              <a:t>The best AI programmers are those who can use a very simple technique to give the illusion of complexity</a:t>
            </a:r>
            <a:r>
              <a:rPr lang="en-IE" sz="2400" dirty="0"/>
              <a:t>.”</a:t>
            </a:r>
            <a:endParaRPr lang="en-IE" sz="1800" dirty="0">
              <a:latin typeface="Corbel" charset="0"/>
            </a:endParaRPr>
          </a:p>
        </p:txBody>
      </p:sp>
      <p:sp>
        <p:nvSpPr>
          <p:cNvPr id="5" name="Title 1"/>
          <p:cNvSpPr>
            <a:spLocks noGrp="1"/>
          </p:cNvSpPr>
          <p:nvPr>
            <p:ph type="title"/>
          </p:nvPr>
        </p:nvSpPr>
        <p:spPr>
          <a:xfrm>
            <a:off x="457200" y="274638"/>
            <a:ext cx="7067550" cy="778098"/>
          </a:xfrm>
        </p:spPr>
        <p:txBody>
          <a:bodyPr/>
          <a:lstStyle/>
          <a:p>
            <a:r>
              <a:rPr lang="en-US" sz="3600" b="1" dirty="0">
                <a:solidFill>
                  <a:schemeClr val="accent5">
                    <a:lumMod val="75000"/>
                  </a:schemeClr>
                </a:solidFill>
                <a:ea typeface="Calibri" pitchFamily="34" charset="0"/>
                <a:cs typeface="Calibri" pitchFamily="34" charset="0"/>
              </a:rPr>
              <a:t>The Complexity Fallacy</a:t>
            </a:r>
          </a:p>
        </p:txBody>
      </p:sp>
      <p:sp>
        <p:nvSpPr>
          <p:cNvPr id="2" name="Slide Number Placeholder 1"/>
          <p:cNvSpPr>
            <a:spLocks noGrp="1"/>
          </p:cNvSpPr>
          <p:nvPr>
            <p:ph type="sldNum" sz="quarter" idx="10"/>
          </p:nvPr>
        </p:nvSpPr>
        <p:spPr/>
        <p:txBody>
          <a:bodyPr/>
          <a:lstStyle/>
          <a:p>
            <a:pPr>
              <a:defRPr/>
            </a:pPr>
            <a:fld id="{84C9582D-2E31-434C-A6C1-A926DBB0B909}" type="slidenum">
              <a:rPr lang="en-IE" smtClean="0"/>
              <a:pPr>
                <a:defRPr/>
              </a:pPr>
              <a:t>8</a:t>
            </a:fld>
            <a:endParaRPr lang="en-IE" dirty="0"/>
          </a:p>
        </p:txBody>
      </p:sp>
    </p:spTree>
    <p:extLst>
      <p:ext uri="{BB962C8B-B14F-4D97-AF65-F5344CB8AC3E}">
        <p14:creationId xmlns:p14="http://schemas.microsoft.com/office/powerpoint/2010/main" val="30402055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483">
                                            <p:txEl>
                                              <p:pRg st="6" end="6"/>
                                            </p:txEl>
                                          </p:spTgt>
                                        </p:tgtEl>
                                        <p:attrNameLst>
                                          <p:attrName>style.visibility</p:attrName>
                                        </p:attrNameLst>
                                      </p:cBhvr>
                                      <p:to>
                                        <p:strVal val="visible"/>
                                      </p:to>
                                    </p:set>
                                    <p:animEffect transition="in" filter="fade">
                                      <p:cBhvr>
                                        <p:cTn id="7" dur="500"/>
                                        <p:tgtEl>
                                          <p:spTgt spid="2048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idx="1"/>
          </p:nvPr>
        </p:nvSpPr>
        <p:spPr>
          <a:xfrm>
            <a:off x="467544" y="1484784"/>
            <a:ext cx="8228160" cy="4896544"/>
          </a:xfrm>
        </p:spPr>
        <p:txBody>
          <a:bodyPr/>
          <a:lstStyle/>
          <a:p>
            <a:r>
              <a:rPr lang="en-IE" sz="2400" dirty="0"/>
              <a:t>Most non-player characters (NPC) are met briefly. We can adapt AI complexity to players’ exposure to the character. </a:t>
            </a:r>
          </a:p>
          <a:p>
            <a:endParaRPr lang="en-IE" sz="2400" dirty="0"/>
          </a:p>
          <a:p>
            <a:r>
              <a:rPr lang="en-IE" sz="2400" dirty="0"/>
              <a:t>Advanced AI will look random (so simply use randomization).</a:t>
            </a:r>
          </a:p>
          <a:p>
            <a:endParaRPr lang="en-IE" sz="2400" dirty="0"/>
          </a:p>
          <a:p>
            <a:r>
              <a:rPr lang="en-IE" sz="2400" dirty="0"/>
              <a:t>Change of behaviour is very noticeable (more </a:t>
            </a:r>
            <a:r>
              <a:rPr lang="en-IE" sz="2400"/>
              <a:t>than the behaviour </a:t>
            </a:r>
            <a:r>
              <a:rPr lang="en-IE" sz="2400" dirty="0"/>
              <a:t>itself), and should correspond to relevant events (like being seen).</a:t>
            </a:r>
            <a:endParaRPr lang="en-IE" sz="1800" dirty="0">
              <a:latin typeface="Corbel" charset="0"/>
            </a:endParaRPr>
          </a:p>
        </p:txBody>
      </p:sp>
      <p:sp>
        <p:nvSpPr>
          <p:cNvPr id="5" name="Title 1"/>
          <p:cNvSpPr>
            <a:spLocks noGrp="1"/>
          </p:cNvSpPr>
          <p:nvPr>
            <p:ph type="title"/>
          </p:nvPr>
        </p:nvSpPr>
        <p:spPr>
          <a:xfrm>
            <a:off x="457200" y="274638"/>
            <a:ext cx="7067550" cy="778098"/>
          </a:xfrm>
        </p:spPr>
        <p:txBody>
          <a:bodyPr/>
          <a:lstStyle/>
          <a:p>
            <a:r>
              <a:rPr lang="en-US" sz="3600" b="1" dirty="0">
                <a:solidFill>
                  <a:schemeClr val="accent5">
                    <a:lumMod val="75000"/>
                  </a:schemeClr>
                </a:solidFill>
                <a:ea typeface="Calibri" pitchFamily="34" charset="0"/>
                <a:cs typeface="Calibri" pitchFamily="34" charset="0"/>
              </a:rPr>
              <a:t>The Perception Window</a:t>
            </a:r>
          </a:p>
        </p:txBody>
      </p:sp>
      <p:sp>
        <p:nvSpPr>
          <p:cNvPr id="2" name="Slide Number Placeholder 1"/>
          <p:cNvSpPr>
            <a:spLocks noGrp="1"/>
          </p:cNvSpPr>
          <p:nvPr>
            <p:ph type="sldNum" sz="quarter" idx="10"/>
          </p:nvPr>
        </p:nvSpPr>
        <p:spPr/>
        <p:txBody>
          <a:bodyPr/>
          <a:lstStyle/>
          <a:p>
            <a:pPr>
              <a:defRPr/>
            </a:pPr>
            <a:fld id="{84C9582D-2E31-434C-A6C1-A926DBB0B909}" type="slidenum">
              <a:rPr lang="en-IE" smtClean="0"/>
              <a:pPr>
                <a:defRPr/>
              </a:pPr>
              <a:t>9</a:t>
            </a:fld>
            <a:endParaRPr lang="en-IE" dirty="0"/>
          </a:p>
        </p:txBody>
      </p:sp>
    </p:spTree>
    <p:extLst>
      <p:ext uri="{BB962C8B-B14F-4D97-AF65-F5344CB8AC3E}">
        <p14:creationId xmlns:p14="http://schemas.microsoft.com/office/powerpoint/2010/main" val="30402055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idx="1"/>
          </p:nvPr>
        </p:nvSpPr>
        <p:spPr>
          <a:xfrm>
            <a:off x="467544" y="1484784"/>
            <a:ext cx="8228160" cy="4896544"/>
          </a:xfrm>
        </p:spPr>
        <p:txBody>
          <a:bodyPr/>
          <a:lstStyle/>
          <a:p>
            <a:pPr marL="360363" indent="-360363" algn="just">
              <a:buFont typeface="Wingdings" pitchFamily="2" charset="2"/>
              <a:buChar char="v"/>
            </a:pPr>
            <a:r>
              <a:rPr lang="en-IE" sz="2200" dirty="0"/>
              <a:t>This module focuses on general </a:t>
            </a:r>
            <a:r>
              <a:rPr lang="en-IE" sz="2200" b="1" dirty="0"/>
              <a:t>techniques</a:t>
            </a:r>
            <a:r>
              <a:rPr lang="en-IE" sz="2200" dirty="0"/>
              <a:t> and </a:t>
            </a:r>
            <a:r>
              <a:rPr lang="en-IE" sz="2200" b="1" dirty="0"/>
              <a:t>algorithms</a:t>
            </a:r>
            <a:r>
              <a:rPr lang="en-IE" sz="2200" dirty="0"/>
              <a:t> for generating behaviour and representations for interfacing.</a:t>
            </a:r>
          </a:p>
          <a:p>
            <a:pPr marL="360363" indent="-360363" algn="just">
              <a:buFont typeface="Wingdings" pitchFamily="2" charset="2"/>
              <a:buChar char="v"/>
            </a:pPr>
            <a:endParaRPr lang="en-IE" sz="2200" dirty="0"/>
          </a:p>
          <a:p>
            <a:pPr marL="360363" indent="-360363" algn="just">
              <a:buFont typeface="Wingdings" pitchFamily="2" charset="2"/>
              <a:buChar char="v"/>
            </a:pPr>
            <a:r>
              <a:rPr lang="en-IE" sz="2200" dirty="0"/>
              <a:t>However, real Game AI often employs ad hoc hacks and heuristics.</a:t>
            </a:r>
          </a:p>
          <a:p>
            <a:pPr marL="360363" indent="-360363" algn="just">
              <a:buFont typeface="Wingdings" pitchFamily="2" charset="2"/>
              <a:buChar char="v"/>
            </a:pPr>
            <a:endParaRPr lang="en-IE" sz="2200" dirty="0"/>
          </a:p>
          <a:p>
            <a:pPr marL="360363" indent="-360363" algn="just">
              <a:buFont typeface="Wingdings" pitchFamily="2" charset="2"/>
              <a:buChar char="v"/>
            </a:pPr>
            <a:r>
              <a:rPr lang="en-IE" sz="2200" dirty="0"/>
              <a:t>In game, perceived behaviour, not the underlying technique, is what matters.</a:t>
            </a:r>
          </a:p>
          <a:p>
            <a:pPr marL="360363" indent="-360363" algn="just">
              <a:buFont typeface="Wingdings" pitchFamily="2" charset="2"/>
              <a:buChar char="v"/>
            </a:pPr>
            <a:endParaRPr lang="en-IE" sz="2200" dirty="0"/>
          </a:p>
          <a:p>
            <a:pPr marL="360363" indent="-360363" algn="just">
              <a:buFont typeface="Wingdings" pitchFamily="2" charset="2"/>
              <a:buChar char="v"/>
            </a:pPr>
            <a:r>
              <a:rPr lang="en-IE" sz="2200" dirty="0"/>
              <a:t>In particular, we will not study the principles behind human behaviour (as academic AI does), but try to emulate it sufficiently well. And if an ad hoc method or simple emotional animation will do it, then fine. </a:t>
            </a:r>
            <a:r>
              <a:rPr lang="en-IE" sz="2200" b="1" dirty="0"/>
              <a:t>Behaviourist approach</a:t>
            </a:r>
            <a:r>
              <a:rPr lang="en-IE" sz="2200" dirty="0"/>
              <a:t>.</a:t>
            </a:r>
            <a:endParaRPr lang="en-IE" sz="2200" dirty="0">
              <a:latin typeface="Corbel" charset="0"/>
            </a:endParaRPr>
          </a:p>
        </p:txBody>
      </p:sp>
      <p:sp>
        <p:nvSpPr>
          <p:cNvPr id="5" name="Title 1"/>
          <p:cNvSpPr>
            <a:spLocks noGrp="1"/>
          </p:cNvSpPr>
          <p:nvPr>
            <p:ph type="title"/>
          </p:nvPr>
        </p:nvSpPr>
        <p:spPr>
          <a:xfrm>
            <a:off x="457200" y="274638"/>
            <a:ext cx="7067550" cy="778098"/>
          </a:xfrm>
        </p:spPr>
        <p:txBody>
          <a:bodyPr/>
          <a:lstStyle/>
          <a:p>
            <a:r>
              <a:rPr lang="en-US" sz="3600" b="1" dirty="0">
                <a:solidFill>
                  <a:schemeClr val="accent5">
                    <a:lumMod val="75000"/>
                  </a:schemeClr>
                </a:solidFill>
                <a:ea typeface="Calibri" pitchFamily="34" charset="0"/>
                <a:cs typeface="Calibri" pitchFamily="34" charset="0"/>
              </a:rPr>
              <a:t>Algorithms, Hacks and Heuristics</a:t>
            </a:r>
          </a:p>
        </p:txBody>
      </p:sp>
      <p:sp>
        <p:nvSpPr>
          <p:cNvPr id="2" name="Slide Number Placeholder 1"/>
          <p:cNvSpPr>
            <a:spLocks noGrp="1"/>
          </p:cNvSpPr>
          <p:nvPr>
            <p:ph type="sldNum" sz="quarter" idx="10"/>
          </p:nvPr>
        </p:nvSpPr>
        <p:spPr/>
        <p:txBody>
          <a:bodyPr/>
          <a:lstStyle/>
          <a:p>
            <a:pPr>
              <a:defRPr/>
            </a:pPr>
            <a:fld id="{84C9582D-2E31-434C-A6C1-A926DBB0B909}" type="slidenum">
              <a:rPr lang="en-IE" smtClean="0"/>
              <a:pPr>
                <a:defRPr/>
              </a:pPr>
              <a:t>10</a:t>
            </a:fld>
            <a:endParaRPr lang="en-IE" dirty="0"/>
          </a:p>
        </p:txBody>
      </p:sp>
    </p:spTree>
    <p:extLst>
      <p:ext uri="{BB962C8B-B14F-4D97-AF65-F5344CB8AC3E}">
        <p14:creationId xmlns:p14="http://schemas.microsoft.com/office/powerpoint/2010/main" val="30402055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idx="1"/>
          </p:nvPr>
        </p:nvSpPr>
        <p:spPr>
          <a:xfrm>
            <a:off x="467544" y="1484784"/>
            <a:ext cx="8228160" cy="4896544"/>
          </a:xfrm>
        </p:spPr>
        <p:txBody>
          <a:bodyPr/>
          <a:lstStyle/>
          <a:p>
            <a:r>
              <a:rPr lang="en-US" dirty="0"/>
              <a:t>Mechanical Procedures!</a:t>
            </a:r>
          </a:p>
          <a:p>
            <a:r>
              <a:rPr lang="en-US" dirty="0"/>
              <a:t>Computers can only execute algorithms</a:t>
            </a:r>
          </a:p>
          <a:p>
            <a:pPr lvl="1"/>
            <a:r>
              <a:rPr lang="en-US" dirty="0"/>
              <a:t>What are the limits of algorithms?</a:t>
            </a:r>
          </a:p>
          <a:p>
            <a:pPr lvl="1"/>
            <a:r>
              <a:rPr lang="en-US" dirty="0"/>
              <a:t>And just how powerful are they?</a:t>
            </a:r>
          </a:p>
          <a:p>
            <a:endParaRPr lang="en-US" dirty="0"/>
          </a:p>
          <a:p>
            <a:r>
              <a:rPr lang="en-US" dirty="0"/>
              <a:t>But can we answer these questions?</a:t>
            </a:r>
          </a:p>
        </p:txBody>
      </p:sp>
      <p:sp>
        <p:nvSpPr>
          <p:cNvPr id="5" name="Title 1"/>
          <p:cNvSpPr>
            <a:spLocks noGrp="1"/>
          </p:cNvSpPr>
          <p:nvPr>
            <p:ph type="title"/>
          </p:nvPr>
        </p:nvSpPr>
        <p:spPr>
          <a:xfrm>
            <a:off x="457200" y="274638"/>
            <a:ext cx="7067550" cy="778098"/>
          </a:xfrm>
        </p:spPr>
        <p:txBody>
          <a:bodyPr/>
          <a:lstStyle/>
          <a:p>
            <a:r>
              <a:rPr lang="en-US" sz="3600" b="1" dirty="0">
                <a:solidFill>
                  <a:schemeClr val="accent5">
                    <a:lumMod val="75000"/>
                  </a:schemeClr>
                </a:solidFill>
                <a:ea typeface="Calibri" pitchFamily="34" charset="0"/>
                <a:cs typeface="Calibri" pitchFamily="34" charset="0"/>
              </a:rPr>
              <a:t>Algorithms</a:t>
            </a:r>
          </a:p>
        </p:txBody>
      </p:sp>
      <p:sp>
        <p:nvSpPr>
          <p:cNvPr id="2" name="Slide Number Placeholder 1"/>
          <p:cNvSpPr>
            <a:spLocks noGrp="1"/>
          </p:cNvSpPr>
          <p:nvPr>
            <p:ph type="sldNum" sz="quarter" idx="10"/>
          </p:nvPr>
        </p:nvSpPr>
        <p:spPr/>
        <p:txBody>
          <a:bodyPr/>
          <a:lstStyle/>
          <a:p>
            <a:pPr>
              <a:defRPr/>
            </a:pPr>
            <a:fld id="{84C9582D-2E31-434C-A6C1-A926DBB0B909}" type="slidenum">
              <a:rPr lang="en-IE" smtClean="0"/>
              <a:pPr>
                <a:defRPr/>
              </a:pPr>
              <a:t>11</a:t>
            </a:fld>
            <a:endParaRPr lang="en-IE" dirty="0"/>
          </a:p>
        </p:txBody>
      </p:sp>
    </p:spTree>
    <p:extLst>
      <p:ext uri="{BB962C8B-B14F-4D97-AF65-F5344CB8AC3E}">
        <p14:creationId xmlns:p14="http://schemas.microsoft.com/office/powerpoint/2010/main" val="30402055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schemeClr val="accent5">
                    <a:lumMod val="75000"/>
                  </a:schemeClr>
                </a:solidFill>
                <a:ea typeface="Calibri" pitchFamily="34" charset="0"/>
                <a:cs typeface="Calibri" pitchFamily="34" charset="0"/>
              </a:rPr>
              <a:t>Turing Machine</a:t>
            </a:r>
          </a:p>
        </p:txBody>
      </p:sp>
      <p:sp>
        <p:nvSpPr>
          <p:cNvPr id="3" name="Content Placeholder 2"/>
          <p:cNvSpPr>
            <a:spLocks noGrp="1"/>
          </p:cNvSpPr>
          <p:nvPr>
            <p:ph idx="1"/>
          </p:nvPr>
        </p:nvSpPr>
        <p:spPr/>
        <p:txBody>
          <a:bodyPr/>
          <a:lstStyle/>
          <a:p>
            <a:r>
              <a:rPr lang="en-US" dirty="0"/>
              <a:t>Developed by Alan Turing</a:t>
            </a:r>
          </a:p>
          <a:p>
            <a:pPr lvl="1"/>
            <a:r>
              <a:rPr lang="en-US" dirty="0"/>
              <a:t>“Father”</a:t>
            </a:r>
            <a:r>
              <a:rPr lang="en-US" baseline="0" dirty="0"/>
              <a:t> of Computing</a:t>
            </a:r>
          </a:p>
          <a:p>
            <a:pPr lvl="0"/>
            <a:r>
              <a:rPr lang="en-US" dirty="0"/>
              <a:t>Used to prove:</a:t>
            </a:r>
          </a:p>
          <a:p>
            <a:pPr lvl="1"/>
            <a:r>
              <a:rPr lang="en-US" dirty="0"/>
              <a:t>What is computable (or not)</a:t>
            </a:r>
          </a:p>
          <a:p>
            <a:r>
              <a:rPr lang="en-US" dirty="0"/>
              <a:t>Anything that can be computed can be computed by a Turing Machine! (Church-Turing thesis)</a:t>
            </a:r>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12</a:t>
            </a:fld>
            <a:endParaRPr lang="en-IE" dirty="0"/>
          </a:p>
        </p:txBody>
      </p:sp>
    </p:spTree>
    <p:extLst>
      <p:ext uri="{BB962C8B-B14F-4D97-AF65-F5344CB8AC3E}">
        <p14:creationId xmlns:p14="http://schemas.microsoft.com/office/powerpoint/2010/main" val="40688070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schemeClr val="accent5">
                    <a:lumMod val="75000"/>
                  </a:schemeClr>
                </a:solidFill>
                <a:ea typeface="Calibri" pitchFamily="34" charset="0"/>
                <a:cs typeface="Calibri" pitchFamily="34" charset="0"/>
              </a:rPr>
              <a:t>The Halting Problem</a:t>
            </a:r>
          </a:p>
        </p:txBody>
      </p:sp>
      <p:sp>
        <p:nvSpPr>
          <p:cNvPr id="3" name="Content Placeholder 2"/>
          <p:cNvSpPr>
            <a:spLocks noGrp="1"/>
          </p:cNvSpPr>
          <p:nvPr>
            <p:ph idx="1"/>
          </p:nvPr>
        </p:nvSpPr>
        <p:spPr/>
        <p:txBody>
          <a:bodyPr>
            <a:normAutofit lnSpcReduction="10000"/>
          </a:bodyPr>
          <a:lstStyle/>
          <a:p>
            <a:pPr lvl="0"/>
            <a:r>
              <a:rPr lang="en-US" dirty="0"/>
              <a:t>If a Turing machine cannot do it</a:t>
            </a:r>
          </a:p>
          <a:p>
            <a:pPr lvl="1"/>
            <a:r>
              <a:rPr lang="en-US" dirty="0"/>
              <a:t>nothing can!</a:t>
            </a:r>
          </a:p>
          <a:p>
            <a:pPr lvl="0"/>
            <a:r>
              <a:rPr lang="en-US" dirty="0"/>
              <a:t>We use this to prove what is (</a:t>
            </a:r>
            <a:r>
              <a:rPr lang="en-US" dirty="0" err="1"/>
              <a:t>im</a:t>
            </a:r>
            <a:r>
              <a:rPr lang="en-US" dirty="0"/>
              <a:t>)possible</a:t>
            </a:r>
          </a:p>
          <a:p>
            <a:pPr lvl="0"/>
            <a:r>
              <a:rPr lang="en-US" dirty="0"/>
              <a:t>The </a:t>
            </a:r>
            <a:r>
              <a:rPr lang="en-US" b="1" dirty="0"/>
              <a:t>halting problem</a:t>
            </a:r>
            <a:r>
              <a:rPr lang="en-US" dirty="0"/>
              <a:t> is the problem of determining, from a description of an arbitrary program and an input, whether the program will finish running or continue to run forever</a:t>
            </a:r>
          </a:p>
          <a:p>
            <a:pPr lvl="1"/>
            <a:r>
              <a:rPr lang="en-US" dirty="0"/>
              <a:t>Algorithm to solve the halting problem for </a:t>
            </a:r>
            <a:r>
              <a:rPr lang="en-US" i="1" dirty="0"/>
              <a:t>all</a:t>
            </a:r>
            <a:r>
              <a:rPr lang="en-US" dirty="0"/>
              <a:t> possible program-input pairs </a:t>
            </a:r>
            <a:r>
              <a:rPr lang="en-US"/>
              <a:t>cannot exist (1936)</a:t>
            </a:r>
            <a:endParaRPr lang="en-US" dirty="0"/>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13</a:t>
            </a:fld>
            <a:endParaRPr lang="en-IE" dirty="0"/>
          </a:p>
        </p:txBody>
      </p:sp>
    </p:spTree>
    <p:extLst>
      <p:ext uri="{BB962C8B-B14F-4D97-AF65-F5344CB8AC3E}">
        <p14:creationId xmlns:p14="http://schemas.microsoft.com/office/powerpoint/2010/main" val="17790390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schemeClr val="accent5">
                    <a:lumMod val="75000"/>
                  </a:schemeClr>
                </a:solidFill>
                <a:ea typeface="Calibri" pitchFamily="34" charset="0"/>
                <a:cs typeface="Calibri" pitchFamily="34" charset="0"/>
              </a:rPr>
              <a:t>The Halting Problem</a:t>
            </a:r>
          </a:p>
        </p:txBody>
      </p:sp>
      <p:sp>
        <p:nvSpPr>
          <p:cNvPr id="3" name="Content Placeholder 2"/>
          <p:cNvSpPr>
            <a:spLocks noGrp="1"/>
          </p:cNvSpPr>
          <p:nvPr>
            <p:ph idx="1"/>
          </p:nvPr>
        </p:nvSpPr>
        <p:spPr/>
        <p:txBody>
          <a:bodyPr>
            <a:normAutofit fontScale="85000" lnSpcReduction="20000"/>
          </a:bodyPr>
          <a:lstStyle/>
          <a:p>
            <a:pPr algn="just"/>
            <a:r>
              <a:rPr lang="en-IE" dirty="0"/>
              <a:t>The Halting problem lets us </a:t>
            </a:r>
            <a:r>
              <a:rPr lang="en-IE" b="1" dirty="0"/>
              <a:t>reason</a:t>
            </a:r>
            <a:r>
              <a:rPr lang="en-IE" dirty="0"/>
              <a:t> about the relative difficulty of algorithms. It lets us know that, there are some algorithms that don't exist, that </a:t>
            </a:r>
            <a:r>
              <a:rPr lang="en-IE" b="1" dirty="0"/>
              <a:t>sometimes, all we can do is guess at a problem</a:t>
            </a:r>
            <a:r>
              <a:rPr lang="en-IE" dirty="0"/>
              <a:t>, and never know if we've solved it.</a:t>
            </a:r>
          </a:p>
          <a:p>
            <a:pPr algn="just"/>
            <a:endParaRPr lang="en-IE" dirty="0"/>
          </a:p>
          <a:p>
            <a:pPr algn="just"/>
            <a:r>
              <a:rPr lang="en-IE" dirty="0"/>
              <a:t>If we didn't have the halting problem, we would still be searching for Hilbert's magical algorithm (Hilbert’s problems of 1900) which inputs theorems and outputs whether they're true or not. Now we know we can stop looking, and we can put our efforts into finding </a:t>
            </a:r>
            <a:r>
              <a:rPr lang="en-IE" b="1" dirty="0"/>
              <a:t>heuristics</a:t>
            </a:r>
            <a:r>
              <a:rPr lang="en-IE" dirty="0"/>
              <a:t> and second-best methods for solving these problems.</a:t>
            </a:r>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14</a:t>
            </a:fld>
            <a:endParaRPr lang="en-IE" dirty="0"/>
          </a:p>
        </p:txBody>
      </p:sp>
    </p:spTree>
    <p:extLst>
      <p:ext uri="{BB962C8B-B14F-4D97-AF65-F5344CB8AC3E}">
        <p14:creationId xmlns:p14="http://schemas.microsoft.com/office/powerpoint/2010/main" val="17790390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schemeClr val="accent5">
                    <a:lumMod val="75000"/>
                  </a:schemeClr>
                </a:solidFill>
                <a:ea typeface="Calibri" pitchFamily="34" charset="0"/>
                <a:cs typeface="Calibri" pitchFamily="34" charset="0"/>
              </a:rPr>
              <a:t>The Halting Problem</a:t>
            </a:r>
          </a:p>
        </p:txBody>
      </p:sp>
      <p:sp>
        <p:nvSpPr>
          <p:cNvPr id="3" name="Content Placeholder 2"/>
          <p:cNvSpPr>
            <a:spLocks noGrp="1"/>
          </p:cNvSpPr>
          <p:nvPr>
            <p:ph idx="1"/>
          </p:nvPr>
        </p:nvSpPr>
        <p:spPr/>
        <p:txBody>
          <a:bodyPr>
            <a:normAutofit fontScale="70000" lnSpcReduction="20000"/>
          </a:bodyPr>
          <a:lstStyle/>
          <a:p>
            <a:pPr marL="0" indent="0">
              <a:buNone/>
            </a:pPr>
            <a:r>
              <a:rPr lang="en-IE" dirty="0"/>
              <a:t>A lot of really practical problems are the halting problem in disguise. A solution to them solves the halting problem!</a:t>
            </a:r>
          </a:p>
          <a:p>
            <a:endParaRPr lang="en-IE" dirty="0"/>
          </a:p>
          <a:p>
            <a:r>
              <a:rPr lang="en-IE" dirty="0"/>
              <a:t>You want a compiler that finds the fastest possible machine code for a given program?</a:t>
            </a:r>
          </a:p>
          <a:p>
            <a:r>
              <a:rPr lang="en-IE" dirty="0"/>
              <a:t>You have JavaScript, with some variables at a high </a:t>
            </a:r>
            <a:r>
              <a:rPr lang="en-IE"/>
              <a:t>security level, </a:t>
            </a:r>
            <a:r>
              <a:rPr lang="en-IE" dirty="0"/>
              <a:t>and some at a low security level. You want to make sure that an attacker can't get at the high security information. </a:t>
            </a:r>
          </a:p>
          <a:p>
            <a:r>
              <a:rPr lang="en-IE" dirty="0"/>
              <a:t>You have a parser for your programming language. You change it, but you want to make sure it still parses all the programs it used to. </a:t>
            </a:r>
          </a:p>
          <a:p>
            <a:r>
              <a:rPr lang="en-IE" dirty="0"/>
              <a:t>You have an anti-virus program, and you want to see if it ever executes a malicious instruction. </a:t>
            </a:r>
          </a:p>
          <a:p>
            <a:r>
              <a:rPr lang="en-IE" dirty="0"/>
              <a:t>Our old favourite: The Travelling Salesman</a:t>
            </a:r>
          </a:p>
        </p:txBody>
      </p:sp>
      <p:sp>
        <p:nvSpPr>
          <p:cNvPr id="4" name="Slide Number Placeholder 3"/>
          <p:cNvSpPr>
            <a:spLocks noGrp="1"/>
          </p:cNvSpPr>
          <p:nvPr>
            <p:ph type="sldNum" sz="quarter" idx="10"/>
          </p:nvPr>
        </p:nvSpPr>
        <p:spPr/>
        <p:txBody>
          <a:bodyPr/>
          <a:lstStyle/>
          <a:p>
            <a:pPr>
              <a:defRPr/>
            </a:pPr>
            <a:fld id="{84C9582D-2E31-434C-A6C1-A926DBB0B909}" type="slidenum">
              <a:rPr lang="en-IE" smtClean="0"/>
              <a:pPr>
                <a:defRPr/>
              </a:pPr>
              <a:t>15</a:t>
            </a:fld>
            <a:endParaRPr lang="en-IE" dirty="0"/>
          </a:p>
        </p:txBody>
      </p:sp>
    </p:spTree>
    <p:extLst>
      <p:ext uri="{BB962C8B-B14F-4D97-AF65-F5344CB8AC3E}">
        <p14:creationId xmlns:p14="http://schemas.microsoft.com/office/powerpoint/2010/main" val="1779039060"/>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Stack of books design template</Template>
  <TotalTime>3808</TotalTime>
  <Words>1331</Words>
  <Application>Microsoft Office PowerPoint</Application>
  <PresentationFormat>On-screen Show (4:3)</PresentationFormat>
  <Paragraphs>146</Paragraphs>
  <Slides>15</Slides>
  <Notes>12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15</vt:i4>
      </vt:variant>
    </vt:vector>
  </HeadingPairs>
  <TitlesOfParts>
    <vt:vector size="24" baseType="lpstr">
      <vt:lpstr>ＭＳ Ｐゴシック</vt:lpstr>
      <vt:lpstr>Arial</vt:lpstr>
      <vt:lpstr>Arial Unicode MS</vt:lpstr>
      <vt:lpstr>Calibri</vt:lpstr>
      <vt:lpstr>Corbel</vt:lpstr>
      <vt:lpstr>Times New Roman</vt:lpstr>
      <vt:lpstr>Wingdings</vt:lpstr>
      <vt:lpstr>Custom Design</vt:lpstr>
      <vt:lpstr>1_Custom Design</vt:lpstr>
      <vt:lpstr>PowerPoint Presentation</vt:lpstr>
      <vt:lpstr>AI History</vt:lpstr>
      <vt:lpstr>AI in Games</vt:lpstr>
      <vt:lpstr>AI in Games</vt:lpstr>
      <vt:lpstr>AI in Games</vt:lpstr>
      <vt:lpstr>The need for AI in Games</vt:lpstr>
      <vt:lpstr>Millington’s Framework</vt:lpstr>
      <vt:lpstr>The Complexity Fallacy</vt:lpstr>
      <vt:lpstr>The Perception Window</vt:lpstr>
      <vt:lpstr>Algorithms, Hacks and Heuristics</vt:lpstr>
      <vt:lpstr>Algorithms</vt:lpstr>
      <vt:lpstr>Turing Machine</vt:lpstr>
      <vt:lpstr>The Halting Problem</vt:lpstr>
      <vt:lpstr>The Halting Problem</vt:lpstr>
      <vt:lpstr>The Halting Problem</vt:lpstr>
    </vt:vector>
  </TitlesOfParts>
  <Company>ModusLink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the 8086 chip set architecture course.</dc:title>
  <dc:creator>oisin_cawley</dc:creator>
  <cp:lastModifiedBy>Oisin Cawley</cp:lastModifiedBy>
  <cp:revision>511</cp:revision>
  <dcterms:created xsi:type="dcterms:W3CDTF">2007-05-08T17:20:09Z</dcterms:created>
  <dcterms:modified xsi:type="dcterms:W3CDTF">2025-09-11T08:47:13Z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TC011594401033</vt:lpwstr>
  </property>
</Properties>
</file>